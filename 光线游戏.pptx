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8:5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723 142 24575,'-1'-1'0,"1"-1"0,0 1 0,-1 0 0,0-1 0,1 1 0,-1 0 0,0-1 0,1 1 0,-1 0 0,0 0 0,0 0 0,0 0 0,0 0 0,0 0 0,0 0 0,0 0 0,0 0 0,-1 0 0,1 1 0,-2-2 0,-31-14 0,26 13 0,-52-19 0,38 15 0,1-1 0,0-1 0,-37-23 0,52 29 0,1 0 0,-1 1 0,0-1 0,0 1 0,1 0 0,-1 1 0,-1 0 0,1-1 0,-10 1 0,-62 2 0,44 1 0,12-2 0,0 1 0,1 0 0,-40 10 0,53-9 0,1 1 0,0-1 0,0 2 0,0-1 0,0 1 0,1 0 0,-1 0 0,1 1 0,0-1 0,0 1 0,1 1 0,0-1 0,-1 1 0,-5 10 0,2-2 0,0 0 0,1 1 0,1 0 0,1 0 0,0 1 0,1-1 0,-4 19 0,4-6 0,2 1 0,0 0 0,2 36 0,1 40 0,5 103 0,-2-176 0,1 0 0,2-1 0,1 0 0,15 44 0,-21-72 0,1 0 0,-1-1 0,1 1 0,0 0 0,0-1 0,0 1 0,0-1 0,0 0 0,0 1 0,1-1 0,-1 0 0,1 0 0,-1-1 0,1 1 0,0-1 0,0 1 0,4 0 0,5 3 0,1-1 0,26 3 0,-9-1 0,5 3 0,2-2 0,-1-1 0,54 2 0,-60-8 0,-1 0 0,0-1 0,0-2 0,0-1 0,0-2 0,0-1 0,49-18 0,-72 23 0,1-1 0,-1 0 0,1 0 0,-1-1 0,0 0 0,0 0 0,0 0 0,-1-1 0,0 0 0,0 0 0,0 0 0,0-1 0,-1 0 0,0 0 0,0 0 0,0 0 0,-1 0 0,0-1 0,0 1 0,2-11 0,7-26 0,-3 0 0,-1 0 0,-3-1 0,-1 0 0,-2 0 0,-2 0 0,-2 0 0,-2 1 0,-1-1 0,-3 1 0,-2 0 0,-21-61 0,30 101 0,0 1 0,0-1 0,0 1 0,0-1 0,0 1 0,-1 0 0,1-1 0,-1 1 0,0 0 0,0 0 0,0 0 0,0 0 0,0 0 0,0 1 0,0-1 0,0 0 0,-1 1 0,-3-2 0,0 1 0,0 1 0,0 0 0,0 0 0,-1 0 0,1 1 0,0 0 0,-7 1 0,-276 5 0,278-5 17,1 0 0,-1 1 1,0 1-1,1-1 0,-1 2 0,-9 4 0,13-5-166,0 0 1,1 0-1,-1 1 1,1 0-1,0 0 1,1 1-1,-1 0 1,1 0-1,-9 10 1,6-2-6678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1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0 24575,'0'3'0,"-3"4"0,-13 3 0,-12 4 0,-10 2 0,-7-2 0,-3-4 0,2-2 0,3-4 0,2-2 0,3-1 0,5-1 0,5-1 0,7 1-8191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43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669 152 24575,'-3'-1'0,"0"1"0,0-1 0,0 0 0,1 0 0,-1 0 0,0-1 0,1 1 0,-1-1 0,0 1 0,1-1 0,0 0 0,-1 0 0,-1-2 0,-9-6 0,-4-3 0,-1 2 0,-39-19 0,46 26 0,1 0 0,-1 1 0,-1 0 0,1 1 0,0 0 0,-1 1 0,-16 0 0,-16 2 0,0 3 0,0 2 0,-84 22 0,124-27 0,0 0 0,0 0 0,0 1 0,0-1 0,1 1 0,-1 0 0,1 0 0,-1 0 0,1 1 0,0-1 0,0 1 0,0 0 0,0-1 0,-3 6 0,2-2 0,1 1 0,0 0 0,0 0 0,0 0 0,1 1 0,-3 11 0,-24 90 0,14-59 0,2 2 0,-10 91 0,22 219 0,2-352 0,1-1 0,0 1 0,0-1 0,1 1 0,0-1 0,1 0 0,0 0 0,0-1 0,1 1 0,0-1 0,11 13 0,2 2 0,2-1 0,35 30 0,-43-43 0,0 0 0,0-2 0,0 1 0,1-2 0,0 1 0,1-2 0,-1 0 0,1 0 0,0-1 0,0-1 0,1-1 0,-1 0 0,18 1 0,7-3 0,-1-1 0,0-2 0,67-13 0,-88 13 0,1 0 0,0-1 0,20-8 0,-34 11 0,0 0 0,0-1 0,0 0 0,0 0 0,-1 0 0,1 0 0,-1-1 0,1 1 0,-1-1 0,0 0 0,0 0 0,0 0 0,-1 0 0,1-1 0,2-3 0,8-19 0,1 1 0,1 0 0,1 1 0,2 1 0,29-31 0,-21 28 0,-2-1 0,22-32 0,-37 46 0,-1-1 0,0 0 0,-1 0 0,-1 0 0,0-1 0,-1 0 0,4-21 0,1-15 0,-3 1 0,-2-1 0,-3 0 0,-1 0 0,-8-60 0,4 94 0,0-1 0,-1 2 0,-1-1 0,0 0 0,-2 1 0,1 0 0,-2 0 0,-17-26 0,17 31 0,1 2 0,-1-1 0,-1 1 0,0 0 0,0 1 0,0 0 0,-1 0 0,0 1 0,-1 1 0,0 0 0,0 0 0,0 1 0,-16-5 0,-9 2 0,1 1 0,-1 2 0,-1 2 0,-52 1 0,-18-1 0,101 2 0,1 1 0,-1 0 0,1 0 0,0 0 0,-1 1 0,1 0 0,-9 2 0,11-2 0,0 1 0,-1 0 0,1-1 0,0 1 0,0 0 0,1 1 0,-1-1 0,0 0 0,1 1 0,-1 0 0,1-1 0,-3 5 0,-11 18 0,2 1 0,1 0 0,-16 43 0,0 1 0,-6 4-1365,22-47-5461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4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24575,'14'0'0,"32"0"0,60 0 0,82 0 0,117 0 0,138 0-3725,149 0 3725,127 0-4973,97 0 4973,41 0 0,-17 0-3903,-91 0 3903,-125 0-2267,-143 0 2267,-151 0 89,-127 0-89,-99 0 6588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8:39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0 24575,'1'1974'-1229,"-2"2165"-7381,-80-1859 8018,-22-1105-90,10-125-110,57-156 2462,40-9 4773,-4-615-2506,14 297-4082,6-185 145,-20 236 0,-1-584-682,-8 34-1,6-49-6143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8:4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1 469 24575,'250'1'317,"589"-5"-1850,-4-29 492,989-128 1041,-812 37-338,-248 27 118,-17 49-292,-1 45-198,-507 5 643,3731 2-1812,-3094-4 1830,-531 1 49,48 4-91,53 2-272,48 2-247,1786 45-1987,1360-8 82,-575-47 1222,-2078 0 3048,-1 1 3967,-974 0-5094,-3 0-245,-1 0 0,0 0 0,1 1 0,12 2-1,-19-2-262,1 0 0,-1 0 0,1 0 0,-1 0 0,0 0 0,0 1 0,1-1 0,-1 0 0,0 1 0,0 0 0,-1 0 0,1-1 0,0 1 0,0 0 0,-1 0-1,1 1 1,-1-1 0,0 0 0,2 3 0,3 13 16,-1 1 0,-1-1 0,0 1 0,-1 0 0,-1 0 0,-1 0 0,-2 26 0,2-4-141,7 685-1020,-6-386 422,2 338 603,21 1031 0,-17-1494-26,145 3304-2591,-39-1384-461,88 2848 1830,-198-4804 1469,5 146 533,10-109 6224,-12-175-7699,-4-20-6105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8:4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24575,'0'0'0,"0"1"0,1-1 0,-1 1 0,0-1 0,0 1 0,0-1 0,1 1 0,-1-1 0,0 1 0,1-1 0,-1 0 0,0 1 0,1-1 0,-1 0 0,1 1 0,-1-1 0,1 0 0,-1 0 0,0 1 0,1-1 0,-1 0 0,1 0 0,-1 0 0,2 1 0,17 3 0,-17-4 0,132 17 0,-112-15 0,612 37-436,-379-27-752,-166-7 1055,990 59-58,778-7-1220,4170-62-3020,-3451 7 4213,-2329-2 397,2294 14-2814,-625 31 590,-391-7 1453,1089 62 947,-1179-42 5734,-77-4-4798,-1085-38-1172,1005 40 1155,-1220-56-5492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8:4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72 221 24575,'-6'9'0,"-1"0"0,1 1 0,1-1 0,0 1 0,0 0 0,1 0 0,-5 18 0,2-9 0,2-5 0,2 0 0,0 0 0,0 0 0,-1 28 0,6 61 0,0-41 0,-3-9 0,2 53 0,0-102 0,0 0 0,1 0 0,-1 0 0,1 0 0,-1 0 0,1 0 0,1 0 0,-1-1 0,0 1 0,1-1 0,0 1 0,0-1 0,0 0 0,0 0 0,0-1 0,0 1 0,1-1 0,-1 1 0,1-1 0,4 2 0,11 5 0,1 0 0,32 10 0,-46-17 0,20 6 0,0-2 0,0-1 0,1-1 0,35 2 0,-15-6 0,75-7 0,-117 6 0,0 0 0,0 0 0,0 0 0,0 0 0,0-1 0,0 0 0,-1 0 0,1 0 0,-1 0 0,0-1 0,1 0 0,3-3 0,0-2 0,-1 0 0,1 0 0,-2-1 0,10-15 0,23-30 0,87-95 0,0 2 0,-120 139 0,-1 0 0,-1 0 0,0-1 0,0 1 0,0-1 0,-1 0 0,-1 0 0,1 0 0,-1 0 0,1-18 0,-2 8 0,-1-1 0,-1 0 0,0 1 0,-6-22 0,5 26 0,-2 1 0,0 0 0,0 0 0,-2 0 0,0 1 0,0 0 0,-16-24 0,18 31 0,-1 0 0,0 0 0,0 1 0,0-1 0,0 1 0,-1 0 0,0 1 0,0-1 0,0 1 0,-1 1 0,0-1 0,1 1 0,-1 0 0,0 0 0,0 1 0,-1 0 0,-9-1 0,-102-1 0,16 1 0,76 0 0,12 1 0,0 1 0,0 0 0,-19 2 0,29 0 0,1-1 0,-1 1 0,0 1 0,1-1 0,-1 0 0,1 1 0,-1 0 0,1 0 0,0 1 0,0-1 0,0 1 0,0 0 0,0 0 0,-4 5 0,-84 103 0,24-26 0,37-50 0,-41 50 0,63-72 0,0 0 0,0 1 0,1 0 0,-10 26 0,14-27 0,2 0 0,0 0 0,0 1 0,1-1 0,1 0 0,0 1 0,3 19 0,0 5 0,-2-5-1365,-1-5-5461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5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2083 1559 24575,'-1'38'0,"-2"0"0,-1-1 0,-2 0 0,-2 0 0,-19 58 0,7-43 0,-2 0 0,-3-1 0,-33 50 0,44-77 0,-138 201 0,134-202 0,-1-2 0,0 0 0,-2-1 0,0-1 0,-1-1 0,-1-1 0,-35 20 0,21-21 0,-1-1 0,0-2 0,-71 14 0,100-25 0,-35 5 0,-1-1 0,0-3 0,-86-5 0,47 0 0,68 2 0,-1-1 0,1-1 0,0 0 0,-1-1 0,1-1 0,0 0 0,1-1 0,-1-1 0,1 0 0,0-2 0,0 1 0,-24-19 0,-17-16 0,1-2 0,2-2 0,3-3 0,2-2 0,-71-96 0,92 107 0,2-2 0,-29-65 0,-27-95 0,45 103 0,1 8 0,-41-171 0,67 198 0,3 0 0,3-1 0,7-74 0,-2 14 0,-2 107 0,0 0 0,1 0 0,1 0 0,0 0 0,10-33 0,109-239 0,-112 270 0,2 1 0,0 0 0,2 1 0,0 0 0,0 1 0,2 1 0,0 0 0,1 1 0,1 0 0,18-12 0,137-97 0,-157 115 0,0 0 0,1 1 0,0 1 0,0 0 0,1 2 0,0 0 0,19-4 0,126-10 0,-88 12 0,13-1 0,110 2 0,-155 8 0,0 2 0,0 1 0,0 3 0,69 21 0,-75-17 0,0 1 0,0 2 0,49 29 0,-75-37 0,-2 1 0,1 0 0,-1 0 0,-1 1 0,1 0 0,-1 0 0,-1 1 0,7 12 0,1 2 0,82 133 0,-79-124 0,-1 1 0,23 70 0,-33-72 0,-1-1 0,-1 1 0,-2 0 0,-4 64 0,0-34 0,1 81-1365,1-110-5461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5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24575,'0'1'0,"1"0"0,-1 0 0,0 0 0,1 0 0,-1 0 0,0 0 0,1 0 0,-1 0 0,1 0 0,0 0 0,-1 0 0,1 0 0,0-1 0,-1 1 0,1 0 0,0-1 0,0 1 0,0 0 0,0-1 0,1 1 0,23 12 0,-16-9 0,15 8 0,-3-3 0,-1 2 0,0 0 0,-1 1 0,29 24 0,-42-29 0,0 0 0,-1 1 0,0-1 0,-1 1 0,1 0 0,-1 1 0,4 14 0,2 2 0,26 69 0,28 117 0,-24-69 0,-38-136 0,17 43 0,-18-47 0,0 0 0,0 0 0,0 0 0,0 0 0,0 0 0,1-1 0,-1 1 0,1 0 0,-1-1 0,1 1 0,0-1 0,0 1 0,0-1 0,0 0 0,0 0 0,0 0 0,0 0 0,0 0 0,3 1 0,-4-2 0,0 0 0,0 0 0,0 0 0,1-1 0,-1 1 0,0 0 0,0 0 0,0-1 0,0 1 0,0-1 0,1 1 0,-1-1 0,0 1 0,0-1 0,0 0 0,0 0 0,-1 1 0,1-1 0,0 0 0,0 0 0,0 0 0,-1 0 0,1 0 0,0 0 0,-1 0 0,2-1 0,12-33 0,-13 31 0,9-31 0,-2-1-1,-1 0 1,3-38-1,-2-111 48,-2 18-1457,-2 130-5416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55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24575,'0'9'0,"2"1"0,-1-1 0,1 0 0,1 1 0,0-1 0,5 12 0,3 10 0,12 53 0,22 150 0,-12 90 0,-32-304 0,24 589-1365,-26-571-5461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5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24575,'1'0'0,"-1"-1"0,1 0 0,0 0 0,-1 1 0,1-1 0,0 0 0,0 1 0,-1-1 0,1 0 0,0 1 0,0-1 0,0 1 0,0 0 0,0-1 0,0 1 0,0 0 0,0-1 0,0 1 0,0 0 0,0 0 0,0 0 0,0 0 0,1 0 0,-1 0 0,58-5 0,94 2 0,-76 4 0,810-1 0,-859 0 0,-5-1 0,-1 1 0,1 2 0,0 0 0,25 6 0,-45-7 0,1 0 0,-1 0 0,1 0 0,-1 1 0,0-1 0,1 1 0,-1 0 0,0 0 0,0 0 0,0 1 0,-1-1 0,1 0 0,0 1 0,-1 0 0,0 0 0,0 0 0,0 0 0,0 0 0,0 0 0,0 0 0,-1 1 0,0-1 0,2 6 0,0 5 0,-1-1 0,-1 1 0,-1-1 0,1 1 0,-3 14 0,1-16 0,-94 1035 0,69-857-1365,19-129-5461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2:59:56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24575,'3'0'0,"7"0"0,13 0 0,29 0 0,41 0 0,45 0 0,40 0 0,25 0 0,10 0 0,-8 0-925,-27 0 925,-38 0 0,-40-3 0,-34-1 0,-28 1-7266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481 484 24575,'0'-2'0,"1"-1"0,-1 1 0,1 0 0,0 0 0,0 0 0,-1 0 0,1 0 0,1 0 0,-1 0 0,0 0 0,0 0 0,1 0 0,-1 1 0,1-1 0,-1 0 0,1 1 0,0-1 0,0 1 0,0 0 0,-1 0 0,1 0 0,0 0 0,1 0 0,-1 0 0,0 0 0,0 0 0,3 0 0,10-3 0,-1 1 0,30-4 0,-40 7 0,381-13 0,-298 14 0,1478 1-2225,871-2-1133,-1989-8 2534,471-70 0,-269-37 1696,-318 51-554,-142 36-340,232-6 0,191 29 143,-451 6-14,3394 4 5750,-3464-8-5857,162-25 0,80-5 58,10 20-298,-316 13 190,1049-11-1114,-1041 11 1164,8 0 0,0 1 0,73 12 0,-111-12 0,-1 0 0,0 0 0,0 0 0,0 0 0,-1 1 0,1-1 0,0 1 0,0 0 0,-1 0 0,1 0 0,-1 1 0,4 3 0,-6-4 0,1 0 0,-1 0 0,0 0 0,1 1 0,-1-1 0,0 0 0,-1 1 0,1-1 0,0 1 0,-1-1 0,1 1 0,-1 0 0,0-1 0,0 1 0,0-1 0,0 1 0,0 0 0,-1-1 0,0 4 0,-9 50 131,-23 193 1134,19 666-1265,16-615 0,0-73 0,-6 363 0,3-552 0,1-19 0,-1-1 0,0 0 0,-2 0 0,-6 28 0,8-44 0,0 1 0,0 0 0,0-1 0,-1 1 0,1 0 0,-1-1 0,0 0 0,0 1 0,0-1 0,0 0 0,0 0 0,0 0 0,-1 0 0,1-1 0,-1 1 0,1 0 0,-1-1 0,0 0 0,1 0 0,-5 2 0,-5 0 0,0 0 0,-1-1 0,-19 1 0,12-1 0,-551 27 0,392-25 0,-112 4-335,-64 2-1004,-62-2 361,-2194 9-4174,1486-19 5288,-210 0 7487,791 18-7564,251-5-276,-2099 13 412,2208-24-187,-13 4-8,-1 8 0,-287 55 0,360-48 0,-178 4 0,120-12 0,-1370 44 0,1227-34 0,-131-8 0,336-13 0,47-1 0,27-1 0,0 2 0,-61 9 0,104-8-136,1 0-1,-1-1 1,0 1-1,0 1 1,0-1-1,1 1 1,-1-1-1,0 1 0,-3 3 1,-4 5-6690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24575,'2'2'0,"0"-1"0,0 0 0,0 1 0,0-1 0,0 0 0,1 0 0,-1-1 0,0 1 0,1 0 0,-1-1 0,3 1 0,8 2 0,135 36-7,302 75-110,30-10-1073,174 38-391,-632-137 1580,1064 255-1788,-4 38 52,376 179 1633,-282-87-2329,13-46 1264,318-19 1144,9-85-1800,-1169-195 1647,-60-13 430,-140-18 902,173 21-691,-107 3 5118,-199-34-9066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4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24575,'6'9'0,"1"-1"0,0-1 0,1 1 0,0-1 0,0-1 0,17 12 0,1 0 0,318 203-156,24-21-1981,116 49 1656,93 48 536,-9 22-591,298 251-2150,-27 45 2991,-473-343-629,-166-124-413,28 27 334,-174-132-688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5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37 313 24575,'-1'-29'0,"-11"-55"0,3 25 0,6 31 0,-2-5 0,0-47 0,4 471 6,3-180-222,8 2619-3551,23-820 2497,-13-973 799,8-148 634,-15-340 5392,-11-490-5555,3-1 0,2 0 0,27 102 0,-23-118-1365,0-11-5461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24575,'0'3'0,"0"7"0,0 7 0,-6 10 0,-10 12 0,-9 8 0,-6 1 0,0 0 0,2-7 0,6-7 0,6-9-8191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7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24575,'-3'3'0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24575,'-3'3'0,"-1"4"0,-2 0 0,-1 3 0,-2 2 0,-2 2 0,-2 1 0,0-1-8191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24575,'0'3'0,"-3"4"0,-4 3 0,-1 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8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8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09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1 24575,'-8'19'0,"2"-7"0,-13 43 0,8-20 0,-27 55 0,18-52 0,-1-1 0,-2 0 0,-2-2 0,-52 58 0,72-89 0,1 1 0,-1-1 0,0 0 0,0 0 0,-8 4 0,12-7 0,0-1 0,-1 1 0,1-1 0,0 1 0,0-1 0,0 0 0,0 1 0,-1-1 0,1 0 0,0 0 0,0 0 0,-1 0 0,1 0 0,0 0 0,0 0 0,0-1 0,-1 1 0,1 0 0,0-1 0,0 1 0,0 0 0,0-1 0,-1 0 0,1 1 0,0-1 0,0 0 0,0 1 0,1-1 0,-1 0 0,0 0 0,0 0 0,0 0 0,-1-1 0,-5-10 0,0 1 0,1-1 0,-7-14 0,-15-29 0,11 32-136,-1 1-1,-1 1 1,0 1-1,-2 1 1,-1 1-1,0 0 1,-1 2-1,-1 0 0,-26-12 1,10 7-6690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12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0 24575,'0'6'0,"0"11"0,0 19 0,-3 28 0,-7 23 0,-10 23 0,-11 13 0,-5-5 0,-1-18 0,7-22 0,9-24-8191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13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13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0 24575,'-6'0'0,"-5"3"0,-6 7 0,-6 10 0,-5 14 0,-4 7 0,-2 1 0,-4 4 0,-1 8 0,-1 6 0,5 2 0,4-1 0,6-7 0,6-11 0,7-9 0,5-11-8191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0:14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0 24575,'-3'0'0,"-4"3"0,-9 10 0,-6 8 0,-9 15 0,-18 23 0,-18 26 0,-18 23 0,-12 13 0,-1 1 0,7-9 0,13-17 0,18-26 0,15-24 0,15-20-8191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0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0 329 24575,'10'227'0,"-7"-204"0,1 0 0,1 0 0,1 0 0,1-1 0,0 0 0,2-1 0,18 33 0,-22-46 0,1 0 0,0 0 0,1 0 0,-1-1 0,2 0 0,-1 0 0,1-1 0,0 0 0,0 0 0,0-1 0,1 0 0,0-1 0,0 0 0,0 0 0,1 0 0,-1-2 0,1 1 0,-1-1 0,1 0 0,0-1 0,16 0 0,0-1 0,1-2 0,-1-1 0,1 0 0,-1-2 0,-1-1 0,1-2 0,25-10 0,-6 1 0,-1-2 0,-1-2 0,-1-2 0,-1-2 0,-1-1 0,-2-3 0,57-51 0,-86 70 0,0-1 0,0 1 0,-1-2 0,0 1 0,-1-1 0,-1 0 0,1-1 0,-2 1 0,0-1 0,-1-1 0,0 1 0,0 0 0,-2-1 0,0 0 0,0 1 0,-1-26 0,0 7 0,-2 0 0,-1 0 0,-6-35 0,6 58 0,0 1 0,0-1 0,0 1 0,-1 0 0,-1 0 0,1 0 0,-1 0 0,0 1 0,-1 0 0,0 0 0,0 0 0,-1 0 0,1 1 0,-2 0 0,1 0 0,-14-10 0,4 8 0,0 0 0,0 1 0,0 1 0,-1 1 0,0 0 0,0 1 0,-36-4 0,-123 3 0,137 6 0,0 0 0,0 3 0,1 1 0,-62 16 0,95-19 0,0-1 0,1 1 0,-1 0 0,0 1 0,0-1 0,1 1 0,0 0 0,-1 0 0,1 0 0,0 0 0,0 1 0,1 0 0,-1 0 0,-5 8 0,6-6 0,0 1 0,0-1 0,1 1 0,0 0 0,0 0 0,0 0 0,1 0 0,0 0 0,0 0 0,1 8 0,9 153 94,-1-77-1553,-7-67-5367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0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24575,'17'306'0,"-7"-177"0,5 87 0,30 658 0,-44 536-505,-3-675 377,2 3962-5946,0-2684 9189,0-1719-1933,-1-261-526,-2 0-1,-1 1 0,-8 32 1,-32 91-868,41-146 111,2-7-109,0 1-1,-1-1 0,1 1 0,-1-1 1,-5 8-1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10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24575,'16'49'0,"18"88"0,32 370-461,-27 4-293,-16-194 551,-21-275 203,-2-29 0,0 0 0,2 0 0,-1 0 0,1 0 0,1 0 0,9 25 0,-12-38 0,0 1 0,0-1 0,0 0 0,0 1 0,0-1 0,1 0 0,-1 1 0,0-1 0,0 0 0,0 0 0,1 1 0,-1-1 0,0 0 0,0 0 0,1 0 0,-1 1 0,0-1 0,0 0 0,1 0 0,-1 0 0,0 0 0,1 1 0,-1-1 0,0 0 0,1 0 0,-1 0 0,1 0 0,7-9 0,-3-5 0,-1 0 0,5-27 0,49-333 20,-28 159-151,64-353-1442,-48 308-3516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11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24575,'0'3'0,"0"12"0,-3 13 0,-7 16 0,-16 27 0,-15 25 0,-10 16 0,-5 15 0,5-1 0,7-12 0,12-19 0,11-25-8191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1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24575,'3'0'0,"4"0"0,3 0 0,1 3 0,6 6 0,4 9 0,4 11 0,4 17 0,5 17 0,9 19 0,6 15 0,0 4 0,-2-10 0,-9-15 0,-9-20 0,-8-20-8191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1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1 24575,'0'3'0,"0"6"0,-3 9 0,-7 14 0,-7 15 0,-19 22 0,-17 26 0,-21 22 0,-20 13 0,-12 10 0,0 1 0,6-8 0,15-15 0,19-22 0,20-28-8191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24575,'229'12'0,"-185"-6"0,0 2 0,0 1 0,44 17 0,-79-23 0,0 1 0,-1-1 0,1 2 0,-1-1 0,0 1 0,-1 0 0,1 1 0,-1-1 0,11 12 0,-16-14 0,0 0 0,0-1 0,0 1 0,0 0 0,0 1 0,-1-1 0,1 0 0,-1 0 0,0 1 0,0-1 0,0 0 0,-1 1 0,1-1 0,-1 1 0,0-1 0,0 1 0,0-1 0,0 1 0,0-1 0,-1 1 0,0-1 0,0 1 0,0-1 0,0 0 0,0 1 0,0-1 0,-1 0 0,-2 3 0,1-1 0,-1 0 0,0 0 0,0 0 0,0-1 0,0 0 0,-1 0 0,0 0 0,0 0 0,0-1 0,0 1 0,-1-1 0,-10 4 0,7-3 0,1 0 0,-1 1 0,1 0 0,-10 9 0,16-12 0,0 0 0,0 1 0,0 0 0,0-1 0,1 1 0,-1 0 0,1 0 0,0 0 0,0 0 0,0 0 0,0 0 0,0 0 0,1 0 0,-1 0 0,1 4 0,2 53 0,-1-37 0,1 18 0,0-10 0,-1 1 0,-4 33 0,2-56 0,-1 0 0,1 1 0,-2-1 0,1 0 0,-2 0 0,1 0 0,-1 0 0,0-1 0,-1 1 0,0-1 0,-7 9 0,2-7 34,1 0 1,-1 0-1,-1-1 0,0-1 0,0 0 0,-1 0 0,1-1 0,-2-1 0,-13 6 1,6-4-377,-1-1 1,-1-1 0,0-1-1,-40 4 1,26-6-6485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2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 24575,'4'12'0,"-1"0"0,-1 1 0,0-1 0,0 1 0,-1 20 0,-9 65 0,8-97 0,-59 337 0,13-101 0,35-162 0,-2 88 0,13-156 0,-1 0 0,2 0 0,-1 0 0,1 1 0,3 12 0,-3-18 0,0 0 0,-1 0 0,1 0 0,0-1 0,0 1 0,1 0 0,-1-1 0,0 1 0,1-1 0,-1 1 0,0-1 0,1 1 0,0-1 0,-1 0 0,1 0 0,0 0 0,0 0 0,-1 0 0,1 0 0,0-1 0,0 1 0,0-1 0,0 1 0,0-1 0,2 1 0,57 4 0,0-2 0,89-7 0,-139 3 0,0 0 0,-1 0 0,1-1 0,0 0 0,-1-1 0,18-7 0,-24 8 0,1-1 0,0 1 0,-1-1 0,0 0 0,0-1 0,0 1 0,0-1 0,0 1 0,0-1 0,-1 0 0,0-1 0,0 1 0,0-1 0,-1 1 0,4-9 0,-1-1 49,0 0 0,-2-1 0,1 1-1,-2-1 1,0 1 0,0-24 0,-3 14-476,0-1 0,-1 0 1,-7-26-1,3 27-6399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2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56 24575,'-2'0'0,"-5"-3"0,-7-1 0,-9-3 0,-7 0 0,-4-2 0,-2 1 0,5-1 0,7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24575,'17'246'0,"-12"-208"0,2 0 0,12 41 0,-15-64 0,1 0 0,1 0 0,1 0 0,0-1 0,1 1 0,0-2 0,19 24 0,-24-34 0,0 0 0,1 1 0,-1-1 0,1 0 0,0-1 0,0 1 0,0-1 0,0 0 0,0 0 0,1 0 0,-1 0 0,1-1 0,-1 0 0,1 1 0,-1-2 0,1 1 0,0-1 0,-1 1 0,1-1 0,0 0 0,-1-1 0,8-1 0,-6 1 0,0-1 0,0 0 0,0 0 0,0 0 0,-1-1 0,1 0 0,-1 0 0,1-1 0,-1 1 0,0-1 0,0 0 0,-1-1 0,1 1 0,-1-1 0,8-10 0,-5 2 0,0-1 0,0 0 0,-1 0 0,-1-1 0,0 1 0,-1-1 0,2-18 0,8-108 0,-13 132 0,2-30 0,-2-1 0,-2 1 0,-1 0 0,-13-72 0,13 106 0,1-1 0,-1 1 0,0 0 0,-1 0 0,1 0 0,-5-6 0,7 10 0,0 1 0,-1-1 0,1 0 0,-1 1 0,1-1 0,-1 1 0,1-1 0,-1 0 0,1 1 0,-1-1 0,0 1 0,1 0 0,-1-1 0,0 1 0,1 0 0,-1-1 0,0 1 0,0 0 0,1 0 0,-1-1 0,0 1 0,0 0 0,1 0 0,-1 0 0,0 0 0,0 0 0,1 0 0,-1 0 0,0 0 0,0 0 0,0 1 0,1-1 0,-1 0 0,0 0 0,1 1 0,-1-1 0,0 1 0,1-1 0,-1 0 0,0 1 0,1-1 0,-1 1 0,1-1 0,-1 1 0,1 0 0,-1-1 0,1 1 0,-1 0 0,1-1 0,-1 1 0,1 0 0,-1 0 0,-7 14 0,0 1 0,1 0 0,1 0 0,0 0 0,-6 31 0,3-15 0,-4 16-1365,3-5-5461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3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24575,'24'51'0,"-17"-33"0,2 0 0,0 0 0,1-1 0,1 0 0,13 16 0,-12-20 0,0-1 0,1 0 0,0-1 0,1-1 0,28 17 0,-33-21 0,1-1 0,0-1 0,0 0 0,0 0 0,1-1 0,-1-1 0,1 1 0,0-2 0,0 1 0,15-1 0,-21-2 0,-1 1 0,0-1 0,0 0 0,0 0 0,1 0 0,-1 0 0,0-1 0,-1 1 0,1-1 0,0 0 0,0-1 0,-1 1 0,7-6 0,-5 3 0,1-1 0,-2 1 0,1-1 0,-1 0 0,1-1 0,-2 1 0,5-10 0,-1-1 0,-1-1 0,0 0 0,-2 0 0,0 0 0,2-29 0,-5 42 0,-1-1 0,0 1 0,0 0 0,0-1 0,-1 1 0,0 0 0,0-1 0,0 1 0,-1 0 0,0 0 0,0 0 0,0 0 0,0 0 0,-4-4 0,4 6 0,0 1 0,0-1 0,-1 1 0,1-1 0,-1 1 0,0 0 0,1 0 0,-1 0 0,0 0 0,0 1 0,0-1 0,-1 1 0,1 0 0,0 0 0,0 0 0,-1 0 0,1 0 0,0 1 0,-1 0 0,1-1 0,-1 1 0,-5 1 0,6-1 17,1 1 0,0-1 0,0 1 1,0 0-1,0-1 0,0 1 0,0 0 0,0 0 0,0 0 0,0 0 0,0 1 0,0-1 0,0 1 0,1-1 0,-1 1 0,1-1 0,-1 1 0,1 0 1,-3 3-1,1 1-302,0 0 1,1 0-1,-1 0 1,1 0-1,-2 9 1,-2 12-6542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24575,'0'15'0,"0"22"0,0 22 0,0 25 0,0 21 0,0 10 0,0 1 0,0-15 0,0-20 0,3-34 0,4-41 0,6-49 0,4-46 0,9-34 0,13-22 0,12-11 0,-2 22-8191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24575,'252'-1'0,"272"2"0,-499-1 0,-1 0 0,33 4 0,-51-3 0,0 0 0,0 0 0,0 1 0,0 0 0,0 0 0,0 0 0,-1 1 0,1 0 0,-1 0 0,7 4 0,-10-4 0,1 0 0,0 0 0,-1 1 0,1-1 0,-1 0 0,0 1 0,0-1 0,-1 1 0,1 0 0,-1 0 0,1 0 0,-1-1 0,-1 1 0,1 0 0,0 0 0,-1 0 0,0 1 0,0 4 0,-2 213 0,-2-127 0,-35 492 221,15-280-1807,21-261-5240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24575,'15'1'0,"1"0"0,0 1 0,-1 1 0,0 0 0,0 1 0,0 1 0,0 1 0,-1-1 0,1 2 0,-1 0 0,-1 1 0,0 1 0,0 0 0,0 0 0,-1 1 0,-1 1 0,0 0 0,0 0 0,-1 1 0,-1 1 0,0 0 0,0 0 0,-1 0 0,-1 1 0,-1 0 0,0 1 0,0 0 0,-1 0 0,-1 0 0,-1 0 0,3 28 0,-5-17 0,-1 0 0,-1 0 0,-1-1 0,-2 1 0,0 0 0,-2-1 0,0 0 0,-2 0 0,-16 35 0,14-39 0,5-11 0,1 0 0,0 0 0,-5 21 0,9-30 0,0 0 0,-1 0 0,1 0 0,0 0 0,0 0 0,0 0 0,0 0 0,0 0 0,1 0 0,-1 0 0,0 0 0,0 0 0,1 0 0,-1 0 0,0 0 0,1 0 0,-1 0 0,1 0 0,-1 0 0,1 0 0,0 0 0,-1 0 0,1-1 0,0 1 0,0 0 0,0-1 0,0 2 0,3-1 0,0 1 0,-1 0 0,1-1 0,0 0 0,0 0 0,8 1 0,35 3-196,79-2 0,-96-3-777,102-1-5853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19 534 24575,'-4'11'0,"1"0"0,0 0 0,1 0 0,0 0 0,1 1 0,0-1 0,2 22 0,-2-4 0,0-4 0,0-10 0,0 0 0,1 0 0,1 0 0,0 0 0,5 21 0,-6-35 0,1 1 0,-1-1 0,0 1 0,1 0 0,0-1 0,-1 1 0,1-1 0,0 1 0,-1-1 0,1 0 0,0 1 0,0-1 0,0 0 0,0 1 0,1-1 0,-1 0 0,0 0 0,0 0 0,1 0 0,-1 0 0,1 0 0,-1-1 0,0 1 0,1 0 0,0-1 0,-1 1 0,1-1 0,-1 1 0,1-1 0,0 0 0,-1 0 0,1 0 0,0 0 0,1 0 0,1-1 0,-1 0 0,0 0 0,1 0 0,-1-1 0,0 1 0,0-1 0,0 0 0,0 0 0,-1 0 0,1 0 0,0-1 0,-1 1 0,0-1 0,1 1 0,-1-1 0,3-5 0,3-7 0,1 0 0,-2-1 0,0 0 0,6-22 0,13-73 0,-22 94 0,15-76 0,-5-1 0,3-138 0,-16 217 0,-2 0 0,0 0 0,-1 0 0,0 0 0,-6-16 0,7 28 0,0-1 0,0 1 0,-1-1 0,0 1 0,0-1 0,0 1 0,0 0 0,0 0 0,0 0 0,-1 0 0,-3-2 0,5 4 0,-1-1 0,0 1 0,0 0 0,0 0 0,0 0 0,0 1 0,0-1 0,0 0 0,0 1 0,-1-1 0,1 1 0,0 0 0,0 0 0,0 0 0,-1 0 0,1 0 0,0 0 0,0 0 0,0 1 0,-3 0 0,1 1 0,0 0 0,0 0 0,0 0 0,0 0 0,1 1 0,-1-1 0,1 1 0,0 0 0,0 0 0,0 0 0,0 1 0,1-1 0,-1 1 0,1-1 0,0 1 0,0 0 0,-3 7 0,-2 7 0,0 0 0,-6 29 0,5-6-455,2-1 0,-3 78 0,9-88-6371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6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24575,'0'6'0,"0"10"0,0 9 0,0 3 0,0-1 0,0-4-8191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24575,'0'9'0,"0"20"0,0 29 0,0 30 0,0 19 0,0-2 0,0-8 0,0-19 0,-3-22 0,-1-21-8191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24 24575,'-1'230'0,"3"246"0,-2-475 0,1 15 0,0-1 0,1 1 0,6 27 0,-7-40 0,0 1 0,0-1 0,1 1 0,0-1 0,-1 0 0,1 0 0,0 0 0,0 0 0,5 4 0,-6-5 0,1-1 0,-1 0 0,1 0 0,0 0 0,-1 0 0,1 0 0,0 0 0,0 0 0,0-1 0,0 1 0,0-1 0,-1 1 0,1-1 0,0 0 0,0 0 0,0 1 0,0-1 0,4-1 0,0 0 0,0-1 0,1 0 0,-1 0 0,0 0 0,0-1 0,0 0 0,0 0 0,0 0 0,-1-1 0,0 0 0,1 0 0,-1 0 0,-1-1 0,8-8 0,3-5 0,-2 0 0,0 0 0,11-23 0,-4 0 0,-1-1 0,-2 0 0,-2-2 0,15-66 0,-16 35 0,9-146 0,-22 209 0,0-1 0,0 0 0,-1 1 0,-1-1 0,0 0 0,0 0 0,-7-22 0,8 34-59,0 0 0,0 0-1,-1 0 1,1 0-1,-1 0 1,1 0 0,0 0-1,-1 0 1,0 1 0,1-1-1,-1 0 1,0 0 0,1 0-1,-1 0 1,0 1-1,0-1 1,1 0 0,-1 1-1,0-1 1,0 1 0,0-1-1,-2 0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8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420 282 24575,'-18'-1'0,"0"-2"0,0 0 0,0-1 0,1-1 0,0 0 0,-24-11 0,15 5 0,10 5 0,-90-36 0,88 33 0,0 0 0,0-1 0,-24-18 0,39 26 0,1 0 0,0 0 0,-1 0 0,1 0 0,0-1 0,0 1 0,1-1 0,-1 1 0,0-1 0,1 1 0,-1-1 0,1 0 0,-2-6 0,3 8 0,0-1 0,0 0 0,0 0 0,0 0 0,0 0 0,0 1 0,1-1 0,-1 0 0,1 0 0,-1 0 0,1 1 0,0-1 0,-1 0 0,1 1 0,0-1 0,0 1 0,0-1 0,1 1 0,-1-1 0,0 1 0,0 0 0,1-1 0,1 0 0,4-4 0,1 1 0,-1-1 0,1 2 0,0-1 0,1 1 0,-1 0 0,1 1 0,-1 0 0,1 1 0,0-1 0,0 1 0,13 0 0,-20 2 0,-1 0 0,1 0 0,0 1 0,-1-1 0,1 0 0,-1 1 0,1-1 0,-1 1 0,0 0 0,1-1 0,-1 1 0,0 0 0,1 0 0,-1 0 0,0 0 0,0 0 0,0 0 0,0 1 0,0-1 0,0 0 0,0 0 0,0 1 0,0-1 0,0 0 0,-1 1 0,1 1 0,2 5 0,-1-1 0,-1 1 0,1 0 0,-1 9 0,-1-16 0,4 362 0,-7-224 0,2-97 0,0 25 0,12 120 0,-8-168 0,0 0 0,1-1 0,1 1 0,1-1 0,1 0 0,0 0 0,1-1 0,1 0 0,1 0 0,0-1 0,13 15 0,-8-15 0,1-1 0,0 0 0,1-1 0,0-1 0,1-1 0,1 0 0,35 15 0,-30-17 0,0 0 0,1-2 0,0-1 0,0-1 0,0-1 0,34 1 0,-48-5 0,0-1 0,0 0 0,0-1 0,0 0 0,0 0 0,0-2 0,0 1 0,-1-1 0,1-1 0,-1 0 0,11-6 0,-15 7 0,0-1 0,-1 0 0,0 0 0,1 0 0,-1-1 0,-1 0 0,1 0 0,-1 0 0,0-1 0,0 1 0,0-1 0,-1 0 0,0 0 0,0-1 0,0 1 0,-1 0 0,0-1 0,0 1 0,0-8 0,0-3 0,0 0 0,-2 0 0,0 0 0,-1 0 0,-1 0 0,0 0 0,-5-18 0,-4-3 0,-29-70 0,10 46-341,-2 1 0,-3 2-1,-59-76 1,66 99-6485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2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77 319 24575,'1'6'0,"0"0"0,0 0 0,0-1 0,1 1 0,0-1 0,0 1 0,0-1 0,1 0 0,0 0 0,0 0 0,0 0 0,4 5 0,6 5 0,0-1 0,17 17 0,-26-28 0,-1 0 0,1 1 0,0-1 0,1 0 0,-1-1 0,1 1 0,-1-1 0,1 0 0,0 0 0,8 2 0,-10-4 0,-1 1 0,0-1 0,1 0 0,-1 0 0,0 0 0,0-1 0,1 1 0,-1-1 0,0 1 0,0-1 0,1 0 0,-1 1 0,0-1 0,0 0 0,0 0 0,0-1 0,0 1 0,0 0 0,-1-1 0,1 1 0,0-1 0,-1 0 0,1 1 0,-1-1 0,1 0 0,1-3 0,2-4 0,0 0 0,-1-1 0,0 1 0,0-1 0,-1 0 0,-1 0 0,3-18 0,4-77 0,-8 81 0,0 5 0,0-1 0,-2 1 0,0-1 0,-1 1 0,-8-32 0,9 46 0,0 0 0,-1 1 0,1 0 0,-1-1 0,0 1 0,0 0 0,-1 0 0,1 0 0,-1 0 0,0 1 0,0-1 0,0 1 0,-1-1 0,1 1 0,-1 0 0,0 1 0,0-1 0,0 0 0,0 1 0,0 0 0,0 0 0,-1 0 0,1 1 0,0 0 0,-1-1 0,0 2 0,1-1 0,-1 0 0,-7 1 0,6 0 12,-1 0 1,1 0-1,-1 1 0,1 0 0,0 1 0,-1-1 1,1 1-1,0 0 0,0 1 0,0 0 0,0-1 1,1 2-1,-7 4 0,4-3 7,1 2 0,1-1 0,-1 1 0,1 0 0,0 0 0,1 1 0,0-1 0,-7 13 0,4-2-209,1 0 0,0 1 1,1 0-1,1 0 0,1 0 1,1 1-1,1-1 1,-1 23-1,3-7-6636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0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1571 0 24575,'0'3'0,"0"10"0,-2 11 0,-8 22 0,-16 32 0,-21 47 0,-30 52 0,-29 42 0,-28 40-1281,-24 19 1281,-19-2-2383,-8-17 2383,8-34 0,18-41-1189,31-49 1189,37-44 0,31-38 0,26-28-3338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1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24575,'0'3'0,"0"6"0,0 18 0,0 20 0,6 32 0,10 34 0,12 40 0,10 39 0,12 44 0,7 27-1743,9 14 1743,1-6 0,-2-29 0,-6-49 0,-10-55-80,-13-50-6288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24575,'0'-3'0,"6"0"0,25-1 0,51 1 0,94 1 0,136 0 0,158 5-4075,130 0 4075,63 7-4501,-23 1 4501,-86-2 0,-128-1-2201,-133-3 2201,-117-2 2586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3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24575,'0'6'0,"0"10"0,0 27 0,0 46 0,0 60 0,0 67 0,0 69 0,0 48-3281,2 25 3281,2-13 0,0-45 0,-1-82 0,-1-78-4910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24575,'7'-3'0,"0"1"0,1-1 0,-1 2 0,0-1 0,1 1 0,-1 0 0,1 1 0,13 0 0,4-1 0,604-4-10,-391 6-361,401 0-447,677-2-271,-964-4 1071,-326 4 15,31 2 2,-53-1 1,-1 1 0,1 0 0,0-1 0,-1 1 0,1 0 0,-1 1 0,0-1 0,1 0 0,-1 1 1,0 0-1,5 4 0,-6-5 0,-1 0 0,0 1 0,1 0 0,-1-1 0,0 1 0,0 0 0,0 0 0,0-1 0,0 1 0,-1 0 0,1 0 0,0 0 0,-1 0 0,0 0 0,1 0 0,-1 3 0,-3 37 0,2-31 0,-50 734 199,44 0 62,8-563-245,1 931-1452,-2-1045-3486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5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24575,'17'0'0,"42"0"0,62 0 0,84 0 0,101 0 0,82 0-4219,75-6 4219,23-8 0,-13-7 0,-52-3 0,-77 0 0,-91 4 0,-89 2 687,-72 4-5346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6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24575,'0'3'0,"0"10"0,0 8 0,3 16 0,1 18 0,5 24 0,2 18 0,-1 17 0,0 6 0,-1-3 0,-3-12 0,2-22 0,-2-21 0,-1-22-8191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7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24575,'217'0'0,"-19"0"0,89 0-491,92 0-1472,88 0 827,71-1-1442,1690-61 1939,-1010 19 33,-1 24-2060,-992 20 4352,-73 1 5827,65 0-6633,-212-3-880,1 1 0,-1 0 0,0 1 0,1-1 0,-1 1 0,0 0 0,6 2 0,-9-2 0,0 0 0,-1 0 0,1 0 0,0 1 0,-1-1 0,1 0 0,-1 1 0,0-1 0,1 1 0,-1 0 0,0-1 0,0 1 0,0 0 0,0-1 0,0 1 0,0 0 0,-1 0 0,1 0 0,-1 0 0,1 0 0,-1 0 0,0 2 0,5 41 0,-2-1 0,-5 73 0,-1-39 0,-2 580-1365,5-600-5461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1:3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24575,'1196'0'-2413,"-716"0"1253,151 0-1546,156 0 1282,131 0-1562,3721 0-2138,-4058 0 4947,-153 0 437,-141 0 956,-117 0 91,-77 0 3709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1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24575,'0'9'0,"0"11"0,0 9 0,0 10 0,0 17 0,0 22 0,0 15 0,0 9 0,0 2 0,0-7 0,0-19 0,0-21-8191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24575,'0'-3'0,"0"-3"0,6-5 0,8 1 0,7 1 0,17 2 0,27 3 0,36 2 0,48 1 0,45-2 0,31-7 0,15-9-1381,-10-6 1381,-30-1 0,-46 5-260,-45 2 260,-43 4-6550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4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24575,'3'0'0,"6"12"0,6 12 0,2 26 0,4 39 0,5 51 0,7 55 0,2 52 0,6 40-2051,-2 17 2051,-2-7 0,-4-38 0,-8-56 0,-5-63 0,-6-55-6140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09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24575,'30'1576'-2019,"-29"-1544"2017,7 256 2,-2-50 0,1 53 0,-6-222 0,-1-79 96,0 0 0,1 0 0,-1 0 1,2 0-1,0 0 0,0 0 1,1 0-1,0 0 0,0 1 0,1-1 1,0 1-1,1 0 0,0 0 0,1 1 1,0-1-1,0 1 0,1 0 0,-1 1 1,2 0-1,15-13 0,10-3-94,1 1 0,1 1 0,1 2 0,1 2 0,44-15 0,205-51-164,257-30-833,11 26-447,-100 16 877,-406 61 698,-28 6 133,38-4 0,-57 8-189,-1 0 0,1 0 0,-1 0 1,1 1-1,-1-1 0,1 0 1,0 0-1,-1 1 0,1-1 0,-1 0 1,1 1-1,-1-1 0,1 0 1,-1 1-1,0-1 0,1 1 0,-1-1 1,1 1-1,-1-1 0,0 1 1,1-1-1,-1 1 0,0-1 0,0 1 1,1-1-1,-1 1 0,0 0 1,0-1-1,0 2 0,3 22-31,-2-17 77,3 9-1488,1-2-5461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0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24575,'0'9'0,"3"8"0,1 11 0,0 14 0,-1 19 0,-1 15 0,-1 13 0,0 6 0,2-5 0,1-11 0,2-17 0,1-19-8191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0 633 24575,'3'-3'0,"10"-4"0,20-6 0,48-16 0,63-18 0,74-18 0,67-6 0,43-4-2655,11 3 2655,-19 4 0,-39 12 0,-63 12-450,-64 10 450,-56 11 0,-45 7 0,-31 6-5086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24575,'6'-3'0,"10"-1"0,21-2 0,35-10 0,35-7 0,32-9 0,21-2 0,-2-1 0,-26 6 0,-31 7 0,-33 8-8191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3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24575,'3'3'0,"15"1"0,55 5 0,105 14 0,179 16 0,229 35-7190,232 39 7190,188 41-3387,107 19 3387,0 2-3280,-109-17 3280,-179-31-2194,-201-39 2194,-200-33 545,-170-27-545,-127-17 7315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4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5805 1 24575,'-10'1'0,"1"0"0,-1 1 0,1 0 0,-1 0 0,1 1 0,-10 4 0,-10 4 0,-415 144 0,175-66-507,-79 26-1524,-80 27 1523,-77 27 508,-2297 680-6895,2430-753 6564,108-27 331,97-23 346,66-17 1389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0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759 4325 24575,'4'0'0,"0"1"0,-1 0 0,1 0 0,0 0 0,0 0 0,0 1 0,-1-1 0,1 1 0,4 3 0,1 1 0,41 20 0,1-2 0,0-3 0,78 23 0,-31-22-14,181 19 0,110-19-637,-109-19 32,328-38 0,-380 6 102,416-108-1,-328 32 24,-268 85 395,-1-3 0,0-1 0,-2-2 0,52-41 1,-78 52 98,0-2 0,-1 0 0,-1-1 0,-1-1 0,0-1 0,-1 0 0,-1-1 0,-1 0 0,-2-1 0,0-1 0,-1 0 0,-1 0 0,-1-1 0,-1 0 0,-1 0 0,3-26 0,1-25 16,0-112 0,-16-78-95,3 180-12,-136-1406-599,73 1122 953,38 249 26,-46-123 0,48 174-145,-3 2 1,-3 1 0,-43-67-1,45 88-100,-1 2 0,-3 1 0,-1 2-1,-2 1 1,-42-34 0,44 45 21,-2 1 0,-1 2 0,0 2 0,-2 1 0,0 2 0,-2 2 0,-83-24 0,68 28 22,-1 3-1,-1 2 1,0 3 0,0 2-1,-97 7 1,29 9-412,-196 45 1,-119 62-326,-114 67 650,415-129 0,-246 139 0,325-159 0,2 3 0,2 2 0,1 4 0,3 1 0,2 3 0,2 2 0,2 2 0,2 3 0,-37 61 0,34-34 145,4 3 0,4 1 0,4 2-1,3 2 1,5 0 0,3 2 0,-16 126 0,22-57 232,7 1 1,8 1 0,23 251 0,-16-381-194,2 1-1,2-2 1,16 53-1,-18-73-187,1-1-1,1 0 0,1 0 0,0-1 0,0 0 0,1 0 0,1-1 0,0 0 0,0 0 0,1-1 0,19 16 0,5-2 5,1-2 0,1-1 0,1-1 0,44 16 0,163 48 0,15-14-682,408 56-1,-552-111-6143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1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24575,'0'6'0,"0"11"0,0 10 0,3 23 0,1 24 0,2 36 0,7 40 0,1 41 0,0 23 0,5 7-1154,-2-11 1154,0-29 0,-4-33-95,-3-40 95,-1-35 0,-2-29-6942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2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0 196 24575,'925'-38'-817,"-422"-1"-767,774-49 663,-1184 84 863,275-16-117,-346 17 159,-19 2 26,1 1 1,0-1-1,0 0 1,0 1-1,-1 0 1,1 0-1,0 0 1,0 0-1,0 1 1,0 0-1,-1-1 1,1 1-1,0 1 1,6 2-1,-9-3 20,-1 0 0,1 0 0,0 0 0,-1 0 0,1 0 0,-1 0-1,1 0 1,-1 0 0,0 0 0,1 0 0,-1 0 0,0 0 0,0 0-1,0 0 1,0 1 0,0-1 0,0 0 0,0 2 0,-7 79 1103,-1-18-148,-14 491-852,31 2-1439,-4-350 884,4 204-556,-8-350-3912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21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24575,'0'-2'0,"9"-5"0,11-1 0,20 1 0,33 2 0,44 2 0,55 1 0,51 1 0,37 1 0,21 0-1985,9 0 1985,-9 0 0,-27 1 0,-44-1 0,-50-3 0,-48-4 0,-44 0-6206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988 3190 24575,'2'3'0,"0"0"0,0 0 0,1 0 0,-1-1 0,1 1 0,-1-1 0,1 0 0,0 1 0,0-1 0,0-1 0,0 1 0,4 2 0,-2-2 0,25 14 0,0-3 0,1 0 0,0-2 0,41 10 0,143 17 0,350 2-1143,6-58 679,565-117-2046,131-68-925,-943 138 3261,-71-3-522,-208 52 762,0-1 0,-2-2 0,55-31 0,-80 38 50,-1 0-1,0-1 0,0 0 1,-2-1-1,1-1 1,-2-1-1,0 0 0,-1-1 1,16-27-1,-14 15 271,-1-1 0,-2 0 0,-2 0 0,0-1 0,-2 0 0,-2-1 0,0 0 0,0-34 0,-7-263 1843,-1 294-2307,1 5 153,-27-293 783,21 285-794,-1 1-1,-2 0 1,-1 0 0,-2 1 0,-2 0-1,-28-49 1,14 38-197,-3 1 0,-2 2 0,-1 1-1,-61-55 1,15 26-200,-124-84 0,-92-28-208,119 90-179,-5 8 0,-3 8 0,-368-101 0,348 131 675,-1 9 1,-2 9-1,-353-5 1,401 37-153,0 7-1,1 7 1,0 8 0,2 6 0,1 7-1,1 7 1,3 6 0,-214 104 0,274-107 255,3 4 1,2 4-1,2 4 1,3 3 0,3 4-1,3 4 1,-123 142 0,152-151 38,3 2-1,3 2 1,2 2 0,-45 106 0,61-112-3,2 2-1,3 0 1,2 1-1,4 1 1,-9 112-1,19-141 525,2 1 1,2-1-1,6 45 0,-5-70-450,0 0-1,1 1 1,0-1 0,0 0-1,1 0 1,1-1 0,0 1 0,1-1-1,0 0 1,0 0 0,1-1-1,0 0 1,1 0 0,9 8-1,-3-6-139,0 0-1,1-1 0,1-1 0,0-1 0,0 0 1,0-1-1,1-1 0,17 5 0,148 24-44,-72-17-7,645 186 24,-539-124-1365,-146-49-5461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3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24575,'1'524'-509,"-3"751"-2299,-82 530-743,-112-12 48,166-1569 3518,-3 11 1664,27-207 250,4-31-3372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24575,'8'0'0,"0"1"0,1 0 0,-1 1 0,0-1 0,0 2 0,9 2 0,-11-3 0,220 89 0,14 24-400,112 68-1203,110 75 275,97 70-2383,72 56 2784,410 271-1084,658 400-122,-1097-709 2133,-94-75-194,-112-79-579,-119-74 739,-105-60 1360,-73-37 2271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3332 0 24575,'-22'1'0,"1"1"0,-34 8 0,-9 1 0,-359 19 0,146-14 0,-580 85 0,772-87 0,0 3 0,2 5 0,0 3 0,2 4 0,-80 39 0,41-1 0,3 5 0,3 5 0,-136 121 0,191-148 0,4 2 0,-89 107 0,123-132 0,2 0 0,0 2 0,2 0 0,2 1 0,0 1 0,2 0 0,2 1 0,-15 60 0,18-37 0,-3 110 0,16 59 0,-1-114 0,0 145 0,20 321 0,-16-519 0,2 0 0,2-1 0,3 0 0,2-1 0,27 57 0,-22-66 0,2-1 0,2-1 0,2-2 0,1 0 0,3-2 0,38 38 0,-22-33-96,2-1 0,2-3 0,2-2 0,2-2 1,1-3-1,1-3 0,76 30 0,54 9-288,208 48 0,1454 271-1631,-437-247 1511,9-90 605,-135-14 1,295 5-624,453 9-1579,-114 28-710,4-36 1607,-573-50-574,-12-93 1433,-1036 52 687,-75-1 829,-170 32-670,94-40-1,-131 47-358,-1-2 0,1 0-1,-2-1 1,1-1 0,-2-1 0,0-1-1,0-1 1,-2 0 0,0-2 0,-1 1-1,-1-2 1,0 0 0,-1-1-1,-2-1 1,0 0 0,-1 0 0,10-29-1,-1-9-147,-2 0 0,17-103-1,0-130 214,-30 240-81,85-1016 3353,-86 1013-3424,0 5 209,-2-1 0,-6-56 1,3 92-216,-2-1 0,1 1 1,-2 0-1,0 1 1,-1-1-1,0 1 1,-1 0-1,-1 0 1,0 0-1,-1 1 1,-13-18-1,6 15-49,0 0-1,-1 1 1,0 1 0,-1 0-1,-29-17 1,1 5 58,-66-28 1,-133-36 398,-71 4-745,-60 6-1318,-778-93-680,-16 55 602,988 101 1673,-1895-157-1084,-2 105 27,1195 87 2623,547-9-1652,-2231 7 5097,1737-17-4205,747 1-6460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3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195 734 24575,'0'0'0,"1"0"0,-1 0 0,1 0 0,-1 1 0,1-1 0,-1 0 0,1 0 0,-1 0 0,1 1 0,-1-1 0,0 0 0,1 1 0,-1-1 0,1 0 0,-1 1 0,0-1 0,1 1 0,-1-1 0,0 0 0,0 1 0,1-1 0,-1 1 0,0-1 0,0 1 0,0-1 0,1 1 0,-1 0 0,3 17 0,-3-15 0,2 37 0,-2-1 0,-9 73 0,5-80 0,2-163 0,42-441 0,-19 451 0,-11 97 0,-10 24 0,0-1 0,0 1 0,0 0 0,0 0 0,0 0 0,0 0 0,1 0 0,-1-1 0,0 1 0,0 0 0,0 0 0,0 0 0,0 0 0,1 0 0,-1 0 0,0 0 0,0 0 0,0 0 0,0 0 0,0 0 0,1-1 0,-1 1 0,0 0 0,0 0 0,0 0 0,0 0 0,1 0 0,-1 0 0,0 0 0,0 0 0,0 0 0,0 1 0,1-1 0,-1 0 0,0 0 0,0 0 0,0 0 0,0 0 0,0 0 0,1 0 0,-1 0 0,0 0 0,0 0 0,0 1 0,0-1 0,0 0 0,0 0 0,1 0 0,-1 0 0,0 0 0,0 0 0,0 1 0,0-1 0,0 0 0,0 0 0,0 0 0,0 0 0,0 1 0,0-1 0,0 0 0,0 0 0,0 0 0,3 11 0,0 0 0,-1-1 0,-1 1 0,0 0 0,0 0 0,-2 21 0,0-2 0,3 40 0,0 11 0,-11 114 0,7-182 0,0 1 0,-1 0 0,-1-1 0,0 1 0,-1-1 0,-9 19 0,12-28 0,0 0 0,-1-1 0,1 1 0,-1 0 0,0-1 0,0 1 0,0-1 0,0 0 0,0 0 0,-1 0 0,1-1 0,-1 1 0,0-1 0,0 0 0,0 0 0,0 0 0,0 0 0,-1-1 0,1 0 0,0 0 0,-1 0 0,1 0 0,-9 0 0,7-1 0,1-1 0,0 1 0,0-1 0,0 0 0,-1 0 0,1 0 0,0-1 0,0 0 0,1 0 0,-1 0 0,0-1 0,1 1 0,-1-1 0,-5-5 0,5 3 0,0-1 0,0 1 0,0-1 0,1 0 0,0 0 0,0 0 0,1-1 0,0 1 0,-4-10 0,1-6 0,0 0 0,2-1 0,0 1 0,1-1 0,1-38 0,2 30 0,1 1 0,2 0 0,1 0 0,1 0 0,2 0 0,12-36 0,-13 50 0,1 1 0,0 0 0,1 0 0,0 1 0,1 0 0,1 1 0,0-1 0,1 2 0,0 0 0,1 0 0,0 1 0,1 0 0,16-9 0,-10 9 0,1 1 0,0 0 0,0 2 0,1 0 0,0 2 0,1 0 0,-1 1 0,1 1 0,44-1 0,-48 4 0,0 1 0,0 1 0,0 1 0,0 0 0,-1 2 0,1 0 0,-1 1 0,0 0 0,0 2 0,0 0 0,-1 0 0,26 18 0,-31-16 0,0 0 0,-1 1 0,-1 0 0,0 0 0,0 1 0,-1 1 0,0-1 0,-1 1 0,0 1 0,-1-1 0,0 1 0,-1 0 0,-1 1 0,5 21 0,-2 4 0,-1 0 0,-2 0 0,-3 75 0,-1-93 0,-1-1 0,-1 1 0,-1-1 0,-8 26 0,10-40 0,-2 0 0,1 1 0,0-1 0,-1 0 0,-1-1 0,1 1 0,-1 0 0,1-1 0,-1 0 0,-1 0 0,1 0 0,-1-1 0,0 1 0,0-1 0,0 0 0,-1-1 0,-8 6 0,3-5 0,-1 0 0,1 0 0,-1-1 0,0-1 0,0 0 0,1 0 0,-2-2 0,1 1 0,-18-2 0,-7-3 0,-62-15 0,54 8 0,0-3 0,-62-26 0,84 30 0,1-2 0,-1 0 0,2-2 0,0 0 0,0-1 0,-19-20 0,35 30 0,0 0 0,0 0 0,1-1 0,-1 1 0,1-1 0,0 0 0,1-1 0,0 1 0,0 0 0,0-1 0,-3-13 0,6 16 0,-1-1 0,1 1 0,0-1 0,0 1 0,0-1 0,1 1 0,0-1 0,-1 1 0,2-1 0,-1 1 0,0 0 0,1-1 0,0 1 0,0 0 0,0 0 0,1 0 0,-1 1 0,7-8 0,-2 4 0,0 0 0,0 1 0,1 0 0,0 0 0,0 1 0,1-1 0,0 2 0,-1-1 0,2 2 0,-1-1 0,0 1 0,1 0 0,10-1 0,13-2 0,0 2 0,53 0 0,-51 4 0,0 2 0,-1 1 0,1 1 0,-1 2 0,0 2 0,57 20 0,-71-20 0,-1 0 0,0 1 0,0 2 0,-1 0 0,-1 0 0,0 2 0,0 0 0,-2 1 0,1 0 0,-2 2 0,0 0 0,17 25 0,-19-21 0,-1 0 0,-1 0 0,-1 1 0,0 0 0,-2 1 0,0 0 0,-2 0 0,-1 1 0,0-1 0,-2 1 0,0 0 0,-2 0 0,-2 26 0,1-42 0,0 0 0,-1 0 0,0 1 0,0-1 0,-1 0 0,0-1 0,0 1 0,-1 0 0,1-1 0,-2 0 0,-4 6 0,8-10 0,-1 0 0,0 0 0,0 0 0,0 0 0,-1 0 0,1 0 0,0-1 0,-1 1 0,1-1 0,-1 0 0,1 0 0,-1 0 0,0 0 0,1 0 0,-1 0 0,0-1 0,0 1 0,1-1 0,-1 0 0,0 0 0,0 0 0,0 0 0,1-1 0,-1 1 0,0-1 0,0 1 0,1-1 0,-1 0 0,0 0 0,1 0 0,-5-3 0,-4-3 0,0-1 0,0 0 0,1 0 0,1-1 0,-1-1 0,2 0 0,-1 0 0,-7-13 0,-3-5 0,-29-62 0,42 77-227,1 0-1,-1 0 1,2-1-1,0 0 1,-2-16-1,4 11-6598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4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2797 24575,'13'0'0,"0"-2"0,-1 1 0,1-1 0,0-1 0,19-7 0,-30 9 0,271-94 0,-250 86 0,281-103-713,146-43-2141,154-48 1246,136-45-1969,99-41 2084,987-373-1711,-454 161 2892,5 26 702,-1291 447 4790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4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24575,'60'-11'0,"290"3"0,-228 9 0,1190 17-660,-1299-18 660,-7 0 0,-1 0 0,1 0 0,0 0 0,0 1 0,0 0 0,-1 0 0,1 0 0,0 1 0,-1-1 0,1 1 0,-1 1 0,6 3 0,-10-6-1,1 1-1,-1 0 1,0 1-1,0-1 1,0 0-1,0 0 0,0 0 1,0 1-1,-1-1 1,1 0-1,0 1 1,-1-1-1,1 1 1,-1-1-1,1 1 1,-1-1-1,1 2 1,-1 2 24,0-1-1,0 1 1,-1-1 0,1 0 0,-3 8 0,-6 21 162,-2 0 1,-22 47-1,19-48-191,-299 622-574,231-508 387,-6-5-1,-142 176 1,71-139 486,117-139-782,-1-1 1,-51 34 0,31-32-5371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42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24575,'6'164'0,"82"1824"-2461,-46-919 2352,-39-1023-828,-3-65-3747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4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1 577 24575,'2'0'0,"1"0"0,-1-1 0,0 1 0,0-1 0,1 0 0,-1 0 0,0 0 0,0 0 0,0 0 0,3-2 0,6-3 0,18-5 0,1 0 0,0 2 0,1 2 0,59-8 0,-14 3 0,1154-161-2999,12 55-1681,232 2 4110,-4 40-1044,-1177 69 1412,-81 4 622,-161 2-354,-30 0 164,0 0 0,0 2 0,1 0 0,-1 1 0,38 10 0,-57-12-161,1 1 0,-1 0 0,0 0 0,1 0 0,-1 0 0,0 1 0,0-1 0,0 0 0,0 1 0,0 0 0,0-1 0,0 1 0,0 0 0,-1 0 0,1 0 0,-1 0 0,1 1 0,1 3 0,-1 1 314,0 0 0,0 1 0,-1-1 0,0 0 0,0 12 0,0 174 410,-3-80-917,1 194-12,0 136-408,7 146 408,9 122-647,30 930-2797,7 336 318,-49-1781 3957,-1-88 2781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2: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24575,'0'24'0,"7"36"0,0-12 0,156 1828-1830,-150-1589 1830,-11-209 0,-2-76 1,0 3 109,0 1 0,1-1 0,-1 1-1,1-1 1,3 9 0,-4-13-80,1 1 0,0-1-1,-1 0 1,1 1 0,0-1 0,0 0 0,0 0 0,0 0 0,0 0 0,0 0 0,0 0-1,1 0 1,-1 0 0,0 0 0,0-1 0,1 1 0,-1 0 0,0-1 0,1 1 0,-1-1 0,1 1-1,-1-1 1,1 0 0,1 0 0,15 2 76,0-1 0,0-1 0,30-4 0,4 0-107,831-9-1036,-632 13-481,180-1 1007,929-33-2044,-2-74-1,-1138 76 2917,-207 31 83,0 0 0,-1 0-1,1 1 1,0 0 0,0 1 0,0 1 0,16 4-1,2 3 788,47 21 0,-38-14-1467,582 214 939,-410-164-351,220 38 0,-405-98-277,0-2 1,-1 0-1,1-2 0,1-1 1,-1-1-1,33-5 1,-11 1-10,76 1 0,-75 4-80,68-8 1,-116 7-55,1 0 0,0 0-1,0 0 1,-1-1 0,1 1 0,0-1-1,0 0 1,-1 0 0,1 0 0,-1 0-1,1 0 1,-1-1 0,0 1 0,1-1-1,-1 0 1,0 1 0,0-1-1,0 0 1,2-4 0,3-6-6758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0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24575,'0'9'0,"0"11"0,0 9 0,0 4 0,0 7 0,0 1 0,0 0 0,3-4 0,1-6 0,0-8-8191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4:3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4021 0 24575,'0'13'0,"0"27"0,-7 51 0,-20 52 0,-41 81 0,-72 104-581,-90 113-1744,-89 101 805,-75 69-2232,-1784 2303-3253,1898-2584 7080,87-109 223,76-92 867,50-61 4289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4:3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16267 0 24575,'0'1'0,"-1"-1"0,1 1 0,0 0 0,-1-1 0,1 1 0,0 0 0,-1-1 0,1 1 0,-1-1 0,1 1 0,-1-1 0,0 1 0,1-1 0,-1 0 0,1 1 0,-1-1 0,0 0 0,1 1 0,-1-1 0,0 0 0,1 0 0,-1 0 0,0 1 0,0-1 0,1 0 0,-1 0 0,0 0 0,1 0 0,-1 0 0,-1-1 0,-2 2 0,-127 14 0,91-11 0,-194 14 0,-174 7-772,-219 7-2319,-248 6 1443,-233-3-1850,-190-5 2038,-133-2-880,-3079 33-130,922-14 1366,2782-34 1171,225-3 200,204-3 1098,147-3 5128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4:41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4:42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24575,'17'264'0,"-10"-194"0,17 151 0,16 86-405,19 94-1215,28 95 385,33 80-2087,313 1154 2441,7 33 665,-371-1444-852,-25-102 938,-17-77 816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1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24575,'0'3'0,"0"10"0,0 8 0,0 12 0,3 19 0,1 26 0,3 23 0,0 24 0,-2 20 0,6 20 0,-1 11 0,-1 8 0,-2-4-577,-3-21 577,2-32 0,-1-34 0,-1-33-7614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18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24575,'6'-6'0,"-1"0"0,0-1 0,-1 0 0,6-10 0,-7 10 0,1 0 0,1 1 0,9-12 0,-12 16 0,0-1 0,0 1 0,1 1 0,-1-1 0,1 0 0,0 1 0,0-1 0,-1 1 0,1 0 0,0-1 0,0 2 0,0-1 0,6-1 0,11 0 0,36 1 0,-29 1 0,280 1 0,-37-1-497,89 1-1494,78-1 1493,1750-131 498,-1956 100-13,-133 14-19,34-3 0,-130 19 32,1 1 0,0 0 0,0 0 0,0 0 0,-1 0 0,1 0 0,0 0 0,0 1 0,4 0 0,-6 0 0,0 0 0,0 0 0,0-1 0,-1 1 0,1 0 0,0 0 0,-1 0 0,1 0 0,-1 0 0,1 0 0,-1 0 0,0 0 0,1 0 0,-1 0 0,0 0 0,0 0 0,1 1 0,-1-1 0,0 0 0,0 0 0,0 0 0,-1 0 0,1 0 0,0 0 0,-1 2 0,-4 33 0,-20 68 0,14-66 0,-258 1128 1033,60 18-1112,165-871-359,25-1-585,20-271-3598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1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24575,'9'0'0,"11"0"0,20-6 0,44-5 0,61-6 0,69-3 0,80-4 0,90-5-4291,66-1 4291,39 2 0,9 8 0,-21 6-2681,-52 6 2681,-68 4 0,-87 3-1214,-86 1 1214,-74 2-5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1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24575,'-3'0'0,"-1"6"0,0 4 0,1 13 0,1 20 0,1 20 0,0 22 0,1 21 0,0 9 0,0 6 0,0 0 0,0-12 0,1-19 0,-1-22 0,0-22-8191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20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24575,'9'0'0,"17"0"0,36 3 0,64 1 0,83 3 0,102-1 0,97 6-4643,65 0 4643,32-2 0,-4-2 0,-41-3 0,-64-2 0,-82-2 0,-91-1 77,-81 0-77,-64-1-3625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22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1634 24575,'0'-1'0,"0"0"0,1 0 0,-1 0 0,0 0 0,1 1 0,-1-1 0,1 0 0,-1 0 0,1 0 0,-1 1 0,1-1 0,-1 0 0,1 1 0,0-1 0,-1 1 0,1-1 0,0 0 0,0 1 0,0-1 0,21-11 0,-18 10 0,45-19 0,59-19 0,340-91-19,-259 80-369,473-143-1551,-3-35 1694,-25-55 489,-454 186-478,229-163-1,-331 204-84,-1-4 0,71-73-1,-108 90-4097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2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24575,'0'-4'0,"0"1"0,0 0 0,0 0 0,1-1 0,-1 1 0,1 0 0,0 0 0,2-6 0,-2 7 0,0 0 0,0 1 0,1-1 0,-1 1 0,0-1 0,1 1 0,-1 0 0,1 0 0,0 0 0,-1-1 0,1 1 0,0 1 0,-1-1 0,1 0 0,0 0 0,0 1 0,2-1 0,13-3 0,-1 1 0,1 1 0,33-1 0,-33 3 0,797-5-1546,-486 7 1048,1387 0-695,-1651-2-3761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29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24575,'3'0'0,"3"0"0,19 0 0,32 3 0,34 7 0,43 1 0,46 0 0,38-3 0,30-3 0,12-1-1688,-2-3 1688,-16 0 0,-34-1 0,-51-1-236,-47 1 236,-44 0-6267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3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3736 24575,'17'-1'0,"0"0"0,-1-1 0,1-1 0,27-9 0,-32 9 0,126-39 0,86-35 0,104-49-528,110-55-1584,103-61 638,79-65-2312,988-612 1054,-77-107 377,-1133 734 1208,-115 75 1012,-4-18 1780,-231 186 2788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4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24575,'3'0'0,"7"0"0,13 0 0,26 0 0,23 0 0,22 0 0,18 0 0,11 0 0,-7 0 0,-14 0 0,-22 0 0,-22 0 0,-20 0-8191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4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24575,'6'0'0,"10"0"0,27 0 0,34-6 0,40-5 0,34 0 0,27 1 0,13 3 0,5 2 0,-19 3-541,-30 0 541,-38 2 0,-34 0 0,-30 1-7650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4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6395 24575,'29'-5'0,"20"-8"0,94-40 0,70-42 0,111-71-1048,142-90-3147,153-101 2515,147-97-846,130-91 1321,98-65-1092,2943-1862-1043,-3212 2005 3248,-162 107 92,-163 108 272,-146 93 817,-116 71 277,-71 45 4099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4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24575,'177'0'0,"33"0"0,142 0-1020,174 0-3063,189 0 2418,181 0-910,151 0 1351,107 0-1093,4151 0-1150,-4658 0 3594,-171 0 136,-159 0 659,-34 0 2285,-245 0 434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5:4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24575,'14'0'0,"-1"2"0,1 0 0,-1 1 0,0 0 0,1 1 0,-2 0 0,1 1 0,21 12 0,104 55 0,89 70 0,116 105-718,123 127-2155,119 127 1262,96 106-1960,70 72 2082,1726 1525-3507,77-104 3992,-2164-1804 1247,-123-99 1753,-92-73 3836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9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1 394 21874,'2866'-394'0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10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1551 679 24575,'0'-8'0,"-1"-1"0,0 1 0,-1 0 0,0 0 0,0 0 0,-1 0 0,0 0 0,0 1 0,-1-1 0,0 1 0,0 0 0,-1 0 0,0 0 0,0 1 0,-1 0 0,1 0 0,-1 0 0,-9-6 0,-1-1 0,-1 1 0,0 1 0,-1 1 0,0 1 0,0 0 0,-30-9 0,1 5 0,-1 1 0,0 3 0,-63-4 0,-147 7 0,248 6 0,0 0 0,0 1 0,0 0 0,0 1 0,0 0 0,-9 4 0,15-4 0,0 0 0,0 0 0,0 0 0,0 0 0,1 1 0,0-1 0,-1 1 0,1 0 0,0 0 0,0 1 0,0-1 0,1 1 0,-1-1 0,1 1 0,-4 7 0,-7 20 0,2 1 0,0 0 0,3 0 0,0 1 0,-5 65 0,6 176 0,7-204 0,2 557 0,-3-615 0,2 0 0,0 0 0,0 1 0,2-1 0,-1 0 0,1-1 0,1 1 0,8 17 0,-8-21 0,0-1 0,1 1 0,0-1 0,0 0 0,1-1 0,-1 1 0,2-1 0,-1 0 0,1-1 0,0 0 0,0 0 0,14 7 0,-5-4 0,1-1 0,0-1 0,0-1 0,0-1 0,0 0 0,20 2 0,107 1 0,-133-6 0,6-1 0,16 1 0,0-1 0,0-2 0,41-7 0,-66 8 0,0-1 0,-1 0 0,1 0 0,0-1 0,-1 0 0,1 0 0,-1-1 0,0 0 0,0 0 0,0-1 0,-1 1 0,1-2 0,-1 1 0,-1-1 0,1 0 0,-1 0 0,0 0 0,8-13 0,-6 4 0,-1-1 0,0 1 0,-1-1 0,0 0 0,2-21 0,5-85 0,-11 95 0,8-95 0,18-323 0,-24-2 0,-4 401 0,-2 0 0,-3 1 0,-1-1 0,-2 1 0,-17-47 0,19 74 0,0 1 0,-2 0 0,0 0 0,0 1 0,-2 0 0,-16-20 0,17 25 0,0 1 0,-1 1 0,0 0 0,0 0 0,-1 1 0,0 0 0,0 1 0,-1 0 0,-19-7 0,11 7 0,0 2 0,-1 0 0,0 1 0,1 0 0,-25 1 0,-112 6 0,77 0 0,57-2 0,-40-1 0,1 3 0,-114 22 0,156-20 0,0 1 0,0 1 0,1 1 0,-38 21 0,46-22 0,-1 2 0,1 0 0,1 0 0,0 1 0,0 0 0,1 1 0,0 0 0,-10 16 0,3 1 0,1 1 0,1 0 0,2 1 0,-14 47 0,-24 133 0,29-84 0,-7 208 0,27 131 0,3-367 0,-1-81 0,12 288 0,-7-261 0,1 0 0,3 0 0,1-1 0,28 74 0,-33-105 0,1 0 0,0-1 0,0 1 0,2-1 0,-1-1 0,12 13 0,-13-16 0,1-1 0,0 0 0,0-1 0,0 1 0,1-1 0,0-1 0,0 0 0,0 0 0,16 5 0,-1-3 0,0-1 0,0-1 0,0-1 0,0-1 0,1-1 0,-1-1 0,1-1 0,-1-1 0,0-1 0,0-1 0,0-1 0,0-1 0,-1-1 0,33-15 0,-43 14 0,1 0 0,-1 0 0,-1-1 0,0-1 0,0 0 0,-1 0 0,0-1 0,0-1 0,-1 1 0,-1-1 0,0-1 0,-1 0 0,9-21 0,4-16 0,-3-1 0,15-72 0,-23 86 0,112-577 0,-102 466 0,-8 0 0,-7-182 0,-6 312-170,0 0-1,0 0 0,-2 0 1,0 1-1,-1 0 0,-1 0 1,-13-27-1,7 20-6655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3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1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24575,'3'0'0,"7"0"0,7 0 0,7 0 0,11 0 0,17 0 0,17 0 0,12 0 0,0-3 0,-7-1 0,-17 0-8191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4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24575,'0'6'0,"0"8"0,0 7 0,0 9 0,0 8 0,0 3 0,-3 7 0,-1-2 0,0-4 0,1-5 0,1-6 0,1-9-8191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5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24575,'5'0'0,"15"3"0,11 7 0,8 4 0,5 12 0,6 10 0,5 8 0,-2 5 0,-2 0 0,-8-5 0,-10-11 0,-9-7 0,-10-9-8191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5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24575,'0'6'0,"-3"14"0,-1 8 0,1 10 0,-6 6 0,-4 1 0,-11 6 0,-11 2 0,-8-2 0,-5-7 0,5-10-8191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6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24575,'1'1'0,"-1"0"0,0 0 0,1 0 0,-1 0 0,0 0 0,1 0 0,0 0 0,-1 0 0,1 0 0,-1 0 0,1 0 0,0 0 0,0 0 0,-1-1 0,1 1 0,0 0 0,0-1 0,0 1 0,0 0 0,0-1 0,0 1 0,0-1 0,0 1 0,0-1 0,0 0 0,2 1 0,33 6 0,-35-7 0,76 7 0,116-7 0,-169-1 0,515-48 0,-4-46 0,-494 89-341,1 1 0,0 2-1,66 5 1,-87-2-6485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6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24575,'0'3'0,"-3"7"0,-1 10 0,0 8 0,1 8 0,1 9 0,1 15 0,0 11 0,-2 3 0,-7-3 0,-4-1 0,-3-10 0,-1-15 0,2-16-8191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24575,'0'572'0,"0"-563"0,0-2 0,0-1 0,0 1 0,1-1 0,0 1 0,2 10 0,-2-15 0,0 0 0,0 0 0,0 0 0,0 0 0,0 0 0,0 0 0,1-1 0,-1 1 0,0 0 0,1-1 0,0 0 0,-1 1 0,1-1 0,0 0 0,0 0 0,-1 1 0,1-1 0,0-1 0,0 1 0,0 0 0,0 0 0,3 0 0,22 4 0,1-1 0,0-1 0,0-2 0,42-2 0,-15 0 0,450-3 0,-478 4 0,60-5 0,-78 4 0,-1-1 0,0 1 0,0-2 0,0 1 0,-1-1 0,1 0 0,0-1 0,7-4 0,-12 5 5,0 1 0,0-1 0,0 1-1,-1-1 1,1 0 0,-1 0 0,0 0 0,1 0 0,-1 0-1,-1-1 1,1 1 0,0-1 0,-1 1 0,0-1-1,0 0 1,0 1 0,0-1 0,0-6 0,0-5-203,-1-1 0,-1 1 0,-2-20-1,1 20-465,-2-23-6162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24575,'0'11'0,"0"22"0,0 46 0,3 56 0,7 58 0,2 43 0,1 27-2180,-1 5 2180,-3-20 0,3-35 0,0-42 523,-3-41-523,-2-40 0,-3-32 0,-2-27-6534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24575,'-12'1'0,"-1"1"0,0 0 0,1 1 0,0 0 0,-16 7 0,-28 6 0,-11-7 0,50-8 0,1 1 0,0 0 0,0 1 0,-29 10 0,44-13 0,1 0 0,0 0 0,0 0 0,-1 0 0,1 0 0,0 0 0,0 0 0,0 0 0,-1 1 0,1-1 0,0 0 0,0 0 0,0 0 0,-1 0 0,1 0 0,0 0 0,0 1 0,0-1 0,0 0 0,0 0 0,-1 0 0,1 1 0,0-1 0,0 0 0,0 0 0,0 0 0,0 1 0,0-1 0,0 0 0,0 0 0,0 1 0,0-1 0,0 0 0,0 0 0,0 0 0,0 1 0,0-1 0,0 0 0,0 0 0,0 1 0,0-1 0,0 0 0,0 0 0,0 0 0,0 1 0,0-1 0,0 0 0,1 0 0,-1 0 0,0 1 0,0-1 0,0 0 0,0 0 0,1 0 0,-1 0 0,0 1 0,0-1 0,0 0 0,1 0 0,-1 0 0,0 0 0,0 0 0,0 0 0,1 0 0,-1 0 0,0 0 0,0 0 0,1 0 0,-1 0 0,25 10 0,35 6 0,95 12 0,48 0 0,787 66-2275,9-36 2243,-977-56 28,237 11-81,1051 67-810,-1240-74-4005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3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3880 1 24575,'-114'65'0,"-585"234"-788,-25-58-546,396-135 1621,-497 173-281,19 36-85,467-151-1272,295-139-3581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40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0 424 24575,'86'-4'0,"162"-29"0,-117 12 0,710-92-1764,94-13 1713,-695 86 3,-217 36 48,-15 3 0,0 0 0,0-1 0,-1 0 0,1 0 0,0-1 0,-1 0 0,1 0 0,-1 0 0,8-6 0,-15 8 46,1 1 0,0-1 0,0 0 0,-1 0 0,1 0 0,0 0 0,-1 0 0,1 0 0,-1 0-1,1 0 1,-1 0 0,0 0 0,1 0 0,-1-2 0,0 2-6,1 0 0,-1 1 1,0-1-1,0 0 0,1 0 0,-1 0 0,0 0 0,1 1 0,-1-1 0,1 0 1,-1 0-1,1 1 0,-1-1 0,1 0 0,0 1 0,-1-1 0,1 0 0,0 1 1,-1-1-1,1 1 0,0-1 0,0 1 0,0 0 0,-1-1 0,1 1 0,0 0 1,0 0-1,1-1 0,17-3-38,-1 2 0,0-1 0,1 2 0,26 1 0,-10 1-2,40-2-83,156-5-1199,-188 3-5544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4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24575,'0'-3'0,"6"-6"0,11-9 0,13-6 0,6 1 0,7 1 0,6-4 0,0-1 0,-2 5 0,-9 2 0,-9 5 0,-8 6-8191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4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24575,'29'1'0,"0"2"0,45 9 0,-63-10 0,109 23-68,165 58-1,117 79-1675,-72 3 957,43 56-860,588 454-1797,-40 48 2257,-803-629 1322,143 115-1152,-77-62 974,-69-56 989,-47-38-212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44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24575,'5'1'0,"0"-1"0,0 1 0,1-1 0,-1 2 0,0-1 0,0 0 0,7 4 0,11 3 0,216 76 0,-29 1 0,68 40-399,78 49-1197,81 59 369,73 58-2086,-113-58 2781,963 543 213,46-98 81,-1107-561-802,30-12 902,-258-92 749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1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24575,'97'52'0,"111"79"-1,78 80 10,7 5-143,-135-110-75,4-8-1,235 105 0,-383-197-203,0 0 0,28 6-1,-25-9-5782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24575,'10'0'0,"110"-1"0,206 26 0,30 51-199,0 23-538,-221-61 460,1785 470-1990,-1893-501 2232,-13-3-21,0-1-1,0 0 0,0-1 0,17 0 0,-21-3-4335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4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24575,'0'3'0,"0"6"0,6 9 0,5 6 0,6 14 0,9 23 0,9 40 0,19 49 0,15 55 0,10 51-1043,6 34 1043,4 17-2340,-5-2 2340,-8-27 0,-11-52 0,-14-59-409,-12-57 409,-13-48-4399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24575,'2'54'2,"2"0"0,3 0-1,26 104 1,68 147-50,-65-204-34,241 753-2012,-24 9 815,-229-784 497,-8-29-3131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5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24575,'5'0'0,"18"0"0,30 0 0,41 0 0,52 0 0,47 0 0,38 0 0,20 0-1544,-8 0 1544,-38 0 0,-51 0-176,-48 0 176,-42 0-6471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1034 0 24575,'0'6'0,"0"16"0,-6 37 0,-10 49 0,-12 59 0,-12 56 0,-15 37-1306,-14 18 1306,-26-6-1649,-22-23 1649,-18-42 0,-7-42-901,10-46 901,19-40 0,27-34-4335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24575,'3'3'0,"4"6"0,3 9 0,4 6 0,1 11 0,-1 8 0,0 6 0,-3 3 0,0 4 0,-2 2 0,-2-1 0,0 0 0,-1-8 0,-1-10 0,-2-10-8191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7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24575,'18'-8'0,"1"0"0,1 1 0,-1 2 0,1 0 0,30-4 0,105-1 0,-77 6 0,33-7 0,-1-5 0,135-38 0,-238 52 0,-3 1 0,1-1 0,0 1 0,-1 1 0,1-1 0,7 0 0,-11 1 0,0 1 0,1-1 0,-1 0 0,0 0 0,0 1 0,1-1 0,-1 1 0,0-1 0,0 1 0,1-1 0,-1 1 0,0 0 0,0 0 0,0 0 0,0-1 0,0 1 0,0 0 0,0 0 0,0 0 0,-1 0 0,1 1 0,0-1 0,-1 0 0,2 1 0,2 11 0,0 0 0,-1 1 0,-1-1 0,0 1 0,-1-1 0,0 1 0,-1-1 0,-2 16 0,2 9 0,-10 793-997,1-195 327,8-80 393,0-540 513,0-32-643,0 7-464,-3-36-4334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7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24575,'0'-3'0,"6"-4"0,14-6 0,8-2 0,10 0 0,6-4 0,1-2 0,-3 3 0,-6 5 0,-10 1 0,-9 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24575,'6'0'0,"13"0"0,22 0 0,20 0 0,21 0 0,5 0 0,-6 0 0,-14 0 0,-19 0-8191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24575,'0'8'0,"0"10"0,0 12 0,0 17 0,0 17 0,0 15 0,-3 4 0,-3-2 0,-5-8 0,1-13 0,1-18-8191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9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2 24575,'44'-1'0,"-14"0"0,36 4 0,-64-3 0,0 0 0,0 1 0,0-1 0,0 1 0,0-1 0,0 1 0,-1 0 0,1-1 0,0 1 0,0 0 0,-1 0 0,3 2 0,-4-3 0,1 1 0,0 0 0,-1 0 0,1-1 0,0 1 0,-1 0 0,1 0 0,-1 0 0,0 0 0,1 0 0,-1 0 0,0 0 0,1 0 0,-1 0 0,0 0 0,0 0 0,0 0 0,0 1 0,0 1 0,-1 1 0,0-1 0,0 1 0,0-1 0,-1 1 0,1-1 0,-1 0 0,1 1 0,-1-1 0,0 0 0,-1 0 0,-2 3 0,-16 18 0,-1-2 0,-1-1 0,-1-1 0,-34 22 0,-113 63 0,-317 137 0,476-235 0,24-8 0,-10 1 0,422-26 0,-87 11 0,-317 11 0,21 0 0,-39 4 0,-1 0 0,1 0 0,-1 0 0,0 1 0,1-1 0,-1 0 0,1 1 0,-1-1 0,0 1 0,1-1 0,-1 1 0,0 0 0,0-1 0,1 1 0,-1 0 0,0 0 0,0 0 0,0 0 0,0 0 0,0 0 0,0 0 0,0 0 0,1 3 0,1 8 0,1-1 0,-2 1 0,1 0 0,-2 0 0,0 0 0,0 0 0,-1 0 0,-2 15 0,2 7 0,-6 411 0,6-435 0,0 7 0,-1 0 0,-5 28 0,5-44 4,1-1 0,0 1 0,0 0 0,0-1 0,0 1 0,-1 0 0,1-1 0,0 1 0,-1 0 0,1-1 0,0 1 0,-1-1-1,1 1 1,-1 0 0,1-1 0,-1 1 0,0 0 0,1-1-61,-1 0-1,1 0 1,-1 0-1,1 0 1,0 0-1,-1 0 1,1 0 0,-1 0-1,1 0 1,-1-1-1,1 1 1,0 0-1,-1 0 1,1 0-1,0 0 1,-1-1 0,1 1-1,0 0 1,-1 0-1,1 0 1,0-1-1,-1 1 1,1 0-1,-1-1 1,-8-10-6769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2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24575,'0'3'0,"0"10"0,-3 8 0,-1 7 0,1 7 0,-3 9 0,0 0 0,-2-1 0,0-5 0,2-7 0,2-8-8191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30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24575,'6'0'0,"7"0"0,17 0 0,20 0 0,25 0 0,24 0 0,20-6 0,9-1 0,-10-4 0,-19 1 0,-23 2 0,-21 3 0,-21 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7:31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24575,'-10'46'0,"2"48"0,7 120 0,2-108 0,-1 10 0,2 148 0,-2-244 0,2-1 0,0 1 0,1 0 0,1-1 0,1 0 0,0 0 0,9 19 0,-10-30 0,0 0 0,1 0 0,-1 0 0,1-1 0,1 0 0,0 0 0,0-1 0,0 0 0,0 0 0,1 0 0,0-1 0,1 1 0,-1-2 0,1 1 0,0-1 0,0 0 0,0-1 0,10 3 0,11 1 0,0-1 0,0-1 0,33 1 0,93-3 0,-96-3 0,469-4 0,-494 3 0,-1-1 0,0-2 0,0-1 0,0-2 0,0-1 0,32-13 0,-53 16 0,1 0 0,-1-1 0,0-1 0,-1 0 0,0 0 0,0-1 0,0-1 0,-1 0 0,0 0 0,-1-1 0,0 0 0,0 0 0,-1-1 0,-1-1 0,0 1 0,0-1 0,8-21 0,-9 12 17,0 0 0,-1 0 0,-2 0 0,3-37-1,-6-88-691,-2 109-99,1-4-6052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3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24575,'3'6'0,"1"8"0,3 10 0,-1 6 0,3 5 0,-1 8 0,-1 5 0,-2 0 0,-3 2 0,0-1 0,-2-1 0,0-7 0,0-7 0,0-6 0,-1-8-8191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3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24575,'351'1'0,"399"-3"0,-517-10 0,-132 5 0,-95 6 0,0 1 0,0 0 0,1 0 0,-1 0 0,0 1 0,0-1 0,9 4 0,-13-3 0,0 0 0,0 0 0,-1 0 0,1 0 0,0 1 0,-1-1 0,1 1 0,-1-1 0,1 1 0,-1-1 0,0 1 0,0 0 0,0 0 0,0 0 0,0-1 0,0 1 0,0 0 0,-1 0 0,1 0 0,-1 0 0,1 1 0,-1-1 0,0 0 0,0 0 0,0 3 0,2 52 0,-8 93 0,0-54 0,-12 944-1365,18-1010-5461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39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24575,'6'0'0,"11"0"0,19 0 0,28 0 0,26 0 0,21 0 0,15 0 0,3 0 0,1 0 0,-16 0 0,-25 0 0,-25 0 0,-19 0 0,-13 0 0,-8 0 0,-5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40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24575,'-6'22'0,"1"0"0,1 1 0,-1 39 0,1-8 0,-30 338 0,22-226 0,-11 2 0,16-126 0,6-40 0,1 0 0,-1 0 0,1 0 0,0 0 0,-1 0 0,1 0 0,0 0 0,0 0 0,1 1 0,-1-1 0,0 0 0,1 0 0,-1 0 0,1 0 0,0 0 0,0 0 0,-1-1 0,1 1 0,0 0 0,1 0 0,-1 0 0,2 1 0,1 0 0,0-1 0,0 0 0,0 0 0,0 0 0,0-1 0,0 1 0,1-1 0,-1 0 0,1 0 0,5 0 0,115 13 0,145-3 0,-192-10 0,909 4-1853,-946-5-4485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4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0 24575,'0'3'0,"0"7"0,0 10 0,-3 17 0,-12 16 0,-22 20 0,-21 20 0,-17 16 0,-9 9 0,1-7 0,9-10 0,13-17 0,15-19 0,15-21-8191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4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 24575,'0'3'0,"0"9"0,0 15 0,0 20 0,0 20 0,0 16 0,-9 19 0,-11 14 0,-9 7 0,-4-5 0,-4-12 0,0-14 0,3-18 0,4-15 0,7-15 0,8-15-8191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43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1 24575,'0'8'0,"0"13"0,0 7 0,0 12 0,-6 10 0,-10 11 0,-12 13 0,-16 17 0,-23 8 0,-21 4 0,-21-3 0,-11-10 0,5-18 0,15-18 0,25-18-8191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2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24575,'0'6'0,"0"7"0,0 8 0,3 15 0,1 30 0,5 39 0,2 49 0,4 56 0,0 50 0,1 35-2115,-3 19 2115,2 2 0,-1-16 0,-4-37 0,-2-57 0,-4-58-107,-2-53-5862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3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24575,'277'0'290,"1638"-21"-5539,668-127 4221,-2546 145 663,84-3 3953,-103 6-3035,0 0 0,0 2 0,0 0-1,23 7 1,-39-8-553,1 0 0,-1 0 0,0 0 0,1 0 0,-1 1 0,0-1 0,0 1 0,0 0 0,0-1 0,0 1 0,0 0 0,0 0 0,-1 0 0,1 1 0,-1-1 0,1 0 0,-1 0 0,0 1 0,0-1 0,0 1 0,0-1 0,1 5 0,0 7 0,0-1 0,0 1 0,-1 18 0,0-15 0,13 294 7,12 297-641,25 913-1978,-39-1292 2335,-10-194-4398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24575,'8'0'0,"19"0"0,24 0 0,44 0 0,65 0 0,69 0 0,74 0 0,71 0-2196,56 0 2196,16 0-3553,-15 0 3553,-40 0 0,-63 0-1814,-76 0 1814,-77 0 0,-69 0-628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2332 1 24575,'0'6'0,"-3"7"0,-15 11 0,-43 13 0,-58 14 0,-66 11 0,-70 3 0,-49 0-2346,-20-6 2346,10-13 0,38-11 0,58-12-1006,62-9 1006,58-8-4839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24575,'12'3'0,"18"7"0,27 10 0,37 11 0,37 8 0,34 10 0,18-1 0,2-8 0,-17-8 0,-30-10 0,-34-9 0,-34-6-8191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24575,'0'5'0,"0"15"0,0 12 0,0 9 0,0 6 0,0 5 0,0 4 0,0-3 0,0-6 0,0 4 0,0 2 0,0 1 0,0 0 0,0-4 0,0-7 0,0-8 0,0-15 0,0-12-8191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8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24575,'3'0'0,"3"6"0,2 11 0,-1 10 0,1 20 0,-1 24 0,-1 29 0,-2 24 0,-2 15 0,-1 0 0,0-5 0,-1-17 0,-1-19 0,1-24 0,0-22 0,-1-19-8191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19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24575,'11'9'0,"0"0"0,1 0 0,0-1 0,14 7 0,18 11 0,-28-15 0,-1 1 0,0 0 0,-1 1 0,0 1 0,-1 0 0,-1 1 0,0 0 0,-1 1 0,-1 0 0,0 1 0,-1 0 0,-1 0 0,-1 1 0,0 0 0,-1 0 0,6 36 0,-2 20 0,1 76 0,-8 81 0,-3-150 0,0-53-3,-4 958-1537,-25-447 1540,14-405 0,-6-2 0,-39 134 0,30-173-1108,5-29-4432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20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 24575,'62'0'0,"0"3"0,77 14 0,-72-5 0,114 23 0,-147-26 0,0 1 0,0 1 0,34 18 0,-51-20 0,0 0 0,0 1 0,-1 1 0,23 20 0,-32-24 0,0 0 0,-1 0 0,0 1 0,0-1 0,0 1 0,-1 1 0,0-1 0,-1 1 0,0-1 0,0 1 0,2 11 0,7 38 0,11 109 0,-12 65 0,-10-166 0,6 847 0,-10-559 0,3-161 0,-3 204 0,2-360 0,-3 0 0,-1 0 0,-11 44 0,12-66 0,-2 0 0,0 0 0,-1-1 0,0 1 0,-1-2 0,-1 1 0,0-1 0,-1 0 0,0 0 0,-13 13 0,-13 7 0,-1-2 0,-2-1 0,0-2 0,-47 26 0,-173 77 0,187-98 0,-641 278-1365,672-298-5461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1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24575,'1'13'0,"1"1"0,0-1 0,1 1 0,1-1 0,8 22 0,1 2 0,16 68 0,-5 1 0,16 162 0,-10 222 0,-28-443 0,9 999-252,-12-815-861,1-200-5713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967 0 24575,'1'234'0,"-3"302"0,-9-349-110,-7-1-1,-55 233 0,-126 356-320,148-594 406,-24 109 157,73-283-106,0 0-1,-1 0 1,0-1 0,0 1 0,0-1 0,-1 0 0,0 0 0,0 0 0,0-1 0,-1 1 0,0-1 0,0 0 0,-7 6 0,-5 0 40,0 0 1,-1-1 0,-23 10-1,4-2-39,29-13-27,0 0 0,0 1 0,1 0 0,-11 10 0,14-11 0,-1 0 0,0-1 0,0 1 0,0-1 0,-1 0 0,0-1 0,1 1 0,-1-1 0,0 0 0,0-1 0,-10 4 0,-37 2-682,-95 3-1,124-11-6143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3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24575,'0'6'0,"3"7"0,1 8 0,2 12 0,1 15 0,5 11 0,0 7 0,1 1 0,2-2 0,-3-7 0,-2-3 0,-1-6 0,-2-6 0,-1-4 0,-3-5 0,-1-6 0,2-8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0 301 24575,'0'-6'0,"6"-2"0,14-2 0,29-3 0,30-8 0,33-6 0,28-1 0,18-2 0,3 1 0,-8 3 0,-16 3 0,-22 5 0,-22 0 0,-15 3 0,-15 4 0,-13 1 0,-14 2-8191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5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24575,'88'-10'0,"451"1"9,-343 10-261,899 0-962,-1049-3 1986,81-14 0,-66 7-2224,-31 5-5374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9:3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 24575,'84'0'0,"239"5"0,-252 0 0,0 4 0,104 25 0,-174-34 0,5 1 0,0 1 0,0 0 0,-1 0 0,11 6 0,-15-8 0,0 1 0,0-1 0,0 1 0,0 0 0,0 0 0,0-1 0,-1 1 0,1 0 0,0 0 0,-1 0 0,1 0 0,0 0 0,-1 0 0,1 0 0,-1 0 0,1 0 0,-1 0 0,0 0 0,1 0 0,-1 0 0,0 0 0,0 0 0,0 1 0,0-1 0,0 0 0,0 0 0,0 0 0,0 0 0,0 0 0,-1 0 0,1 0 0,-1 3 0,-3 3 0,-1 0 0,0 0 0,0 0 0,0-1 0,-1 0 0,0 0 0,0 0 0,0-1 0,-1 1 0,-7 3 0,11-7 0,-197 129 0,-16-14 0,89-49 0,74-40 0,-8 4 0,1 3 0,-58 44 0,95-58 0,1 1 0,2 0 0,0 2 0,1 0 0,-16 29 0,-18 22 0,22-35-1365,4-7-5461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8138 1 24575,'-8'3'0,"1"0"0,-1 0 0,1 1 0,-11 9 0,-5 1 0,-233 131 0,-16-6-546,-126 52-1716,-135 60 860,-135 61-1142,-119 56 326,-3167 1551-4025,3469-1670 6270,137-66 78,122-61 1065,87-44 4552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24575,'0'3'0,"0"10"0,3 11 0,1 10 0,-1 18 0,0 22 0,-1 23 0,0 17 0,-2 8 0,1 0 0,-1-9 0,0-21 0,-1-25-8191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2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24575,'5'0'0,"0"-1"0,-1 0 0,1 0 0,-1 0 0,7-2 0,11-3 0,48-5 0,0 4 0,100 2 0,-39 2 0,46-7 0,244-48 0,-415 57 0,1-1 0,1 0 0,0 1 0,0 0 0,1 1 0,-1-1 0,13 2 0,-19 0 0,0 0 0,0-1 0,0 1 0,0 0 0,0 0 0,0 0 0,0 0 0,-1 0 0,1 1 0,0-1 0,-1 1 0,1-1 0,-1 1 0,1-1 0,-1 1 0,0 0 0,1 0 0,-1 0 0,0-1 0,0 1 0,-1 0 0,1 0 0,0 1 0,-1-1 0,1 0 0,-1 0 0,1 0 0,-1 4 0,4 39 0,-2 0 0,-5 71 0,0-33 0,19 505 0,-7-405 0,1-42 0,-3-62 0,-6 138 0,-6-179-455,-2 0 0,-15 50 0,14-60-6371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2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24575,'6'0'0,"19"0"0,29 0 0,35 0 0,42 0 0,41 0 0,25 0 0,9 0 0,-5 3 0,-27 0 0,-41 1 0,-40-1 0,-35-1-8191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4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18 24575,'-5'-1'0,"-1"1"0,1-1 0,0 0 0,-9-4 0,-17-2 0,26 6 0,1 0 0,-1 1 0,0 0 0,1 0 0,-1 0 0,0 1 0,1-1 0,-1 1 0,0 0 0,1 1 0,0-1 0,-7 3 0,8-1 0,-1 0 0,0 0 0,1 0 0,0 0 0,0 1 0,0-1 0,0 1 0,0 0 0,1 0 0,-1 0 0,1 0 0,-3 7 0,-23 62 0,3 0 0,3 2 0,4 0 0,3 1 0,-6 82 0,13-43 0,10 162 0,-2-264 0,2-1 0,-1 0 0,2 0 0,-1 0 0,2 0 0,0 0 0,0-1 0,1 1 0,0-1 0,1 0 0,9 12 0,-6-11 0,1 0 0,0-1 0,1 0 0,0-1 0,0 0 0,1-1 0,1 0 0,23 12 0,-18-13 0,0 0 0,1-1 0,0-1 0,0 0 0,0-2 0,29 4 0,-16-5 0,1-2 0,0-1 0,36-5 0,-57 4 0,0-1 0,0-1 0,0 0 0,0 0 0,0-2 0,-1 1 0,0-1 0,0-1 0,0 0 0,10-8 0,-9 4 0,1 0 0,-1-1 0,-1-1 0,0 0 0,-1-1 0,18-26 0,-14 13 0,-1 0 0,-1-1 0,-1-1 0,-1 0 0,-1 0 0,-2-1 0,-1 0 0,2-30 0,-8 56 0,32-381 0,-31 364 0,-1 1 0,-1-1 0,-1 1 0,-1-1 0,-7-29 0,7 40 0,0 0 0,-1 0 0,0 1 0,0-1 0,-1 1 0,0 0 0,0 1 0,-1-1 0,0 1 0,0 0 0,-1 0 0,0 1 0,-12-9 0,8 8 0,-1 0 0,0 1 0,0 0 0,-1 1 0,1 1 0,-1 0 0,0 0 0,-1 1 0,-19-1 0,-13 0 0,-65 5 0,63 0 0,-226 5-1365,234-5-5461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24575,'56'-6'0,"73"-8"0,82-10 0,64-7 0,37-1-3037,7-1 3037,-19 3-1681,-52-1 1681,-62 7 0,-60 6 1066,-51 6-5605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0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24575,'244'-2'0,"247"5"0,-480-3 0,2 0 0,1 1 0,0 1 0,14 2 0,-25-3 0,0 0 0,0 0 0,0 0 0,0 0 0,0 1 0,0-1 0,0 1 0,0 0 0,0-1 0,-1 1 0,1 1 0,-1-1 0,1 0 0,-1 1 0,0-1 0,0 1 0,3 5 0,-2-2 0,0 1 0,-1-1 0,0 1 0,-1 0 0,1 0 0,-1 0 0,0 0 0,-1-1 0,0 10 0,-2 10 0,-6 29 0,7-44 0,-11 45-273,-3 0 0,-1-2 0,-3 0 0,-37 71 0,39-88-6553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1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24575,'0'6'0,"0"7"0,0 11 0,0 10 0,0 8 0,0 11 0,0 5 0,0 3 0,0-2 0,0 2 0,0-7 0,-3-4 0,-1-11-8191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1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24575,'126'0'0,"201"6"0,1 3-546,173 7-1862,202 8 420,192 8-750,147 7 328,-35 0 298,1265 47-790,-4-25 1829,-1925-56 1896,-151-4 542,-97-2 4433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4:18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24575,'0'3901'-3300,"0"-3852"-1591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6:5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24 24575,'-1'393'-345,"3"407"-707,11-445 1052,-7-284 0,4 0 0,35 130 0,-39-180-4,1-1 1,1 0 0,1 0-1,1-1 1,17 26-1,-21-37 22,0-1 1,0 1-1,1-1 0,0 0 0,1 0 0,-1-1 0,1 0 0,0 0 0,1-1 0,-1 0 0,1-1 0,0 0 1,15 5-1,-9-5 37,0-1 1,0 0-1,0-2 0,0 1 1,1-2-1,-1 0 1,0-1-1,0 0 1,1-1-1,-1-1 1,0 0-1,-1-1 1,1-1-1,-1 0 1,0-1-1,0-1 0,0 0 1,-1-1-1,0 0 1,22-19-1,-20 11-55,0 0 0,-1 0 0,-1-2 0,-1 0 0,-1 0 0,12-24 0,-10 11 0,-1 0 0,-1 0 0,10-47 0,-6-13 0,6-176 0,-21 263 0,4-563 0,-4 478 0,-1 8 0,-2 0 0,-23-129 0,19 181 0,-1 0 0,-1 0 0,-1 1 0,-18-32 0,19 43 0,0 1 0,-2 0 0,0 1 0,0 0 0,-2 1 0,0 0 0,-24-20 0,29 28 0,1 0 0,-1 1 0,0 0 0,0 0 0,0 1 0,-1 0 0,1 0 0,-1 1 0,0 0 0,0 1 0,-1 0 0,1 0 0,0 1 0,-1 0 0,1 1 0,-1 0 0,1 0 0,0 1 0,-1 0 0,1 1 0,0 0 0,0 0 0,0 1 0,0 0 0,0 1 0,1 0 0,-1 0 0,-12 9 0,-2 4 0,0 1 0,1 1 0,1 1 0,1 1 0,1 1 0,0 0 0,-22 38 0,-5 18 0,-36 86 0,82-164 0,-11 24-227,1 0-1,1 1 1,1 0-1,1 0 1,-5 30-1,10-27-6598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6:5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24575,'9'-2'0,"11"-2"0,20 0 0,39 1 0,46 1 0,54 1 0,44 0 0,19 1-746,-9 0 746,-37 0 0,-47 0 0,-46 0 0,-40 0-7445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6:58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24575,'322'1'0,"-301"-1"0,-1 2 0,1 0 0,-1 1 0,1 1 0,-1 1 0,0 1 0,-1 0 0,1 2 0,-2 0 0,29 17 0,-43-22 0,-1-1 0,0 1 0,0 0 0,0 0 0,-1 0 0,1 0 0,-1 1 0,1-1 0,-1 1 0,0-1 0,-1 1 0,1 0 0,-1 0 0,1 0 0,-1 0 0,0 0 0,-1 0 0,1 0 0,-1 0 0,0 0 0,1 0 0,-2 0 0,1 0 0,-1 1 0,1-1 0,-2 4 0,-3 12 0,-1 0 0,-1-1 0,-1 0 0,-10 18 0,9-18 0,-2 4 69,-1-1-1,-1-1 0,-1 0 0,-28 34 1,32-44-259,-1 0 0,0-1 1,-1 0-1,0-1 0,-1-1 1,0 1-1,0-2 1,-28 12-1,16-11-6636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0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24575,'14'708'-418,"52"-17"0,-57-626 418,3 0 0,3-2 0,39 104 0,-47-149 0,2-1 0,-1 0 0,2 0 0,0-1 0,1-1 0,18 20 0,-24-29 0,1 0 0,0-1 0,1 0 0,0 0 0,-1 0 0,1-1 0,1 0 0,-1 0 0,0-1 0,1 0 0,0 0 0,0-1 0,0 0 0,0-1 0,0 1 0,11-1 0,-8-1 0,-1 0 1,1-1 0,-1-1 0,0 1 0,1-2-1,-1 1 1,0-2 0,0 1 0,-1-1-1,15-9 1,-10 5-4,-1-1 0,0-1 0,0 0 0,-1-1 0,-1 0 0,14-17 0,-6 2 105,-1-1-1,0-1 0,-3 0 1,0-2-1,-2 1 0,13-43 1,-6 2-48,-3-1 0,12-128 0,-10-149-183,-18 328 113,1-708-634,-2 704 644,0 9 22,0 0 0,-1 0 0,0 0 0,-2 0 0,0 0 0,0 1 0,-9-23 0,12 35-8,-1 1 1,1 0-1,-1-1 1,0 1-1,1 0 1,-1-1-1,0 1 1,0 0-1,0 0 1,0 0-1,0 0 1,0 0 0,0 0-1,0 0 1,-1 0-1,1 0 1,0 1-1,0-1 1,-1 0-1,1 1 1,-1-1-1,1 1 1,-2-1-1,1 1 5,1 0-1,-1 1 1,0-1-1,1 0 1,-1 1-1,0-1 1,1 1-1,-1 0 1,1 0-1,-1-1 1,1 1-1,0 0 1,-1 0-1,1 0 1,0 1-1,-3 1 1,-1 3 16,0 0 0,0 1 0,1-1 0,-1 1 1,1 0-1,1 1 0,-4 8 0,-3 20-29,-11 65 0,9-32 0,-9 28 0,-34 183 0,19 0 0,35-258 0,0-1 0,2 1 0,0-1 0,1 0 0,8 34 0,-8-47 0,0-1 0,1 0 0,0 0 0,0 0 0,0-1 0,1 1 0,0-1 0,0 0 0,0 0 0,1 0 0,0 0 0,0-1 0,1 0 0,-1 0 0,1 0 0,0-1 0,1 0 0,-1 0 0,11 4 0,-1-2 0,1-1 0,-1-1 0,1 0 0,0-1 0,0-1 0,23 0 0,109-9 0,-53 0 0,-34 7 0,-34 1 0,0-1 0,-1-2 0,53-9 0,-72 9 0,-1 0 0,0 0 0,0 0 0,0-1 0,-1 0 0,1-1 0,-1 0 0,0 0 0,0 0 0,0-1 0,0 1 0,-1-1 0,1-1 0,-2 1 0,1-1 0,0 0 0,-1 0 0,0 0 0,4-10 0,0-5 0,0 0 0,-2-1 0,0 1 0,-1-1 0,2-37 0,-2-116 0,-5 145 0,0-53 0,-2-139 0,2 216 0,0 2 0,0 0 0,-1 0 0,1 0 0,-1 0 0,1 0 0,-1 0 0,-3-6 0,1 17 0,0 9 0,-3 331 0,7-223 0,-1-69 0,4 107 0,-3-145 0,2 0 0,0 0 0,1-1 0,0 1 0,1-1 0,1 0 0,10 18 0,-12-28 0,0 1 0,1-2 0,0 1 0,0 0 0,0-1 0,1 0 0,-1 0 0,1 0 0,0-1 0,1 0 0,-1 0 0,1-1 0,0 1 0,0-2 0,0 1 0,0-1 0,0 0 0,1 0 0,8 0 0,11 1 0,0-1 0,0-1 0,53-6 0,-53 1 0,1 0 0,-1-2 0,0-1 0,-1-2 0,0 0 0,0-2 0,-1 0 0,0-2 0,-1-1 0,-1 0 0,0-2 0,38-35 0,-36 27 0,-1-1 0,-1-2 0,-1 0 0,-1-2 0,-2 0 0,-1-1 0,-1-1 0,-2 0 0,21-61 0,-18 25 0,-2-1 0,-4-1 0,-3 1 0,-3-2 0,-3-85 0,-3 155 0,1-14 0,-2 0 0,0 0 0,-4-21 0,5 35 0,0-1 0,0 1 0,0-1 0,0 1 0,0-1 0,-1 1 0,1-1 0,0 1 0,0-1 0,0 1 0,0-1 0,-1 1 0,1 0 0,0-1 0,0 1 0,-1-1 0,1 1 0,0 0 0,0-1 0,-1 1 0,1 0 0,-1-1 0,1 1 0,0 0 0,-1-1 0,1 1 0,-1 0 0,1 0 0,-1 0 0,1-1 0,0 1 0,-1 0 0,1 0 0,-1 0 0,1 0 0,-1 0 0,1 0 0,-1 0 0,1 0 0,-1 0 0,1 0 0,-1 0 0,1 0 0,-1 0 0,1 1 0,-1-1 0,1 0 0,0 0 0,-1 0 0,1 1 0,-1-1 0,1 0 0,0 0 0,-1 1 0,-20 23 0,10-6 0,1 1 0,1 1 0,0 0 0,2 0 0,0 1 0,-4 26 0,-16 132 0,15-5 0,12-147 0,1 1 0,1-1 0,1 1 0,10 34 0,-11-54 0,0 0 0,1 0 0,0 0 0,1-1 0,0 1 0,0-1 0,7 10 0,-7-13 0,-1 0 0,1 0 0,0 0 0,0-1 0,1 0 0,-1 1 0,1-1 0,0-1 0,-1 1 0,1-1 0,0 0 0,8 2 0,5 1 0,1-2 0,-1 0 0,1 0 0,26-2 0,78-9 0,-85 5 0,0-3 0,0-1 0,-1-2 0,1-1 0,-2-2 0,46-22 0,-65 26 0,-1-1 0,0-1 0,0 0 0,-1-1 0,-1-1 0,1 0 0,-2-1 0,0-1 0,-1 0 0,0 0 0,-1-1 0,-1-1 0,0 0 0,-1 0 0,8-21 0,-5 3 0,-2 0 0,-2 0 0,-1-1 0,-2 0 0,2-43 0,-5 9 0,-13-115 0,10 175 0,1-4 0,-2 1 0,0 0 0,0-1 0,-1 1 0,-8-22 0,11 34 0,0 0 0,0 0 0,0-1 0,0 1 0,0 0 0,0 0 0,0-1 0,0 1 0,0 0 0,-1 0 0,1 0 0,0 0 0,0-1 0,0 1 0,0 0 0,0 0 0,0 0 0,0 0 0,-1-1 0,1 1 0,0 0 0,0 0 0,0 0 0,0 0 0,-1 0 0,1 0 0,0-1 0,0 1 0,0 0 0,-1 0 0,1 0 0,0 0 0,0 0 0,0 0 0,-1 0 0,1 0 0,0 0 0,0 0 0,0 0 0,-1 0 0,1 0 0,0 0 0,0 0 0,0 0 0,-1 0 0,1 0 0,0 1 0,0-1 0,0 0 0,-1 0 0,1 0 0,0 0 0,0 0 0,0 0 0,0 1 0,0-1 0,-1 0 0,1 0 0,0 0 0,0 0 0,0 1 0,0-1 0,0 0 0,0 0 0,0 0 0,0 1 0,-1-1 0,1 0 0,0 0 0,-3 10 0,1-1 0,0 1 0,0 0 0,1-1 0,0 1 0,0 0 0,2 14 0,-2 11 0,-4 865-1153,7-594 911,-2-257 221,0 12-14,9 79 1,-9-133 34,1 0 0,1 0 0,0 0 0,0 0 0,0 0 0,1-1 0,-1 1 0,7 9 0,-7-13 0,0-1 0,0 0 0,0 0 0,0 0 0,0 0 0,0 0 0,0-1 0,1 1 0,-1-1 0,1 1 0,-1-1 0,1 0 0,0 0 0,-1 0 0,1 0 0,0 0 0,0-1 0,0 1 0,-1-1 0,1 0 0,0 0 0,4 0 0,1-1 39,-1 0 0,1 0 0,0 0 0,0-1 0,-1-1 0,1 1 1,-1-1-1,0 0 0,0-1 0,0 0 0,0 0 0,-1 0 0,1-1 0,-1 0 0,0 0 0,-1-1 0,1 0 0,7-10 1,-2 0 66,0-1 0,-1 0 0,-1-1 0,-1 0 0,0-1 0,7-28 0,7-39-95,-4-1 0,9-108 0,-4-179-167,-23 364 146,10-438-654,-11 413 664,0 31 0,1 6 0,-2 50 0,0 50 69,6 376 659,-1-440-728,2 0 0,17 66 0,-18-90 0,1 1 0,1-1 0,0 0 0,0 0 0,1 0 0,1-1 0,1 0 0,0-1 0,18 20 0,-21-26 0,2-1 0,-1 0 0,1 0 0,-1 0 0,1-1 0,1 0 0,-1-1 0,0 0 0,1 0 0,0-1 0,0 0 0,12 1 0,0-1 0,1 0 0,1-2 0,38-5 0,-49 4 0,0-1 0,0-1 0,0 0 0,0 0 0,-1-1 0,1-1 0,-1 0 0,0-1 0,-1 0 0,1 0 0,-1-1 0,0-1 0,-1 1 0,0-2 0,0 1 0,-1-1 0,0 0 0,0-1 0,-1 0 0,-1 0 0,1-1 0,-2 0 0,0 0 0,0 0 0,5-18 0,-4 5 0,0 0 0,-2-1 0,-1 1 0,-1-1 0,-1 0 0,-1 0 0,-1 1 0,-1-1 0,-2 0 0,-7-28 0,11 50 0,-1 1 0,0 0 0,1-1 0,-1 1 0,0 0 0,0 0 0,0 0 0,-1 0 0,1 0 0,0 0 0,-1 0 0,0 0 0,1 1 0,-1-1 0,0 0 0,0 1 0,1 0 0,-1-1 0,-3 0 0,3 1 0,0 1 0,1 0 0,-1 0 0,0 0 0,0 0 0,1 0 0,-1 1 0,0-1 0,1 0 0,-1 1 0,0-1 0,1 1 0,-1 0 0,0-1 0,1 1 0,-1 0 0,1 0 0,-1 0 0,1 0 0,0 0 0,-1 1 0,1-1 0,0 0 0,0 1 0,0-1 0,-1 2 0,-5 6 0,1 0 0,1 0 0,0 1 0,0 0 0,0 0 0,1 0 0,-4 19 0,2-1 0,-5 51 0,10-70 0,1-1 0,0 0 0,2 15 0,-1-22 0,-1 1 0,0 0 0,1-1 0,-1 1 0,1-1 0,0 1 0,-1-1 0,1 0 0,0 1 0,0-1 0,2 3 0,-3-4 0,1 1 0,-1-1 0,1 0 0,-1 1 0,1-1 0,0 0 0,-1 0 0,1 1 0,0-1 0,-1 0 0,1 0 0,0 0 0,-1 0 0,1 0 0,0 0 0,-1 0 0,1 0 0,0 0 0,-1 0 0,1 0 0,0 0 0,-1-1 0,1 1 0,0 0 0,-1 0 0,1-1 0,0 1 0,0-1 0,3-2 0,0 1 0,-1-1 0,1-1 0,-1 1 0,1 0 0,-1-1 0,0 0 0,0 1 0,-1-1 0,1 0 0,-1-1 0,3-5 0,3-11 0,8-29 0,-9 29 0,1-6-1365,-2 5-5461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02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1 757 24575,'-1'264'-114,"7"523"-1044,43-8 329,5-364 849,-34-304-69,55 178 1,-63-253-44,2 0 1,22 39-1,-29-61 78,1-1 0,0-1 0,1 0 0,1 0 0,0 0-1,0-1 1,22 17 0,-27-24 14,1 0 0,-1-1 0,1 0 0,0 1 0,-1-2 0,1 1 0,1-1 0,-1 0 0,0 0 0,1-1 0,-1 1 0,0-2 0,1 1 0,-1-1 0,1 0 0,0 0 0,-1 0 0,1-1 0,-1 0 0,0-1 0,1 1 0,-1-1 0,0 0 0,0-1 0,0 0 0,7-3 0,2-4 0,-1-1 0,1 0 0,-2-1 0,1 0 0,-2-1 0,0-1 0,0 0 0,15-26 0,0-3 0,-3-1 0,22-57 0,-1-16-518,-6-2 1,46-240-1,-7-262 77,-32-982 441,-63 1247 1408,15 342-1323,-9-63 175,9 70-220,0-1 0,0 1-1,-1 0 1,0 0 0,0 0-1,0 0 1,-5-6 0,7 11-38,0 1-1,0-1 1,-1 1 0,1 0 0,0-1-1,0 1 1,-1 0 0,1 0 0,-1 0 0,1 0-1,-1 0 1,1 0 0,-1 0 0,0 0-1,0 1 1,1-1 0,-1 1 0,0-1 0,0 1-1,1 0 1,-1 0 0,0 0 0,0-1-1,0 2 1,0-1 0,1 0 0,-1 0-1,0 1 1,0-1 0,1 1 0,-1-1 0,0 1-1,-2 1 1,-3 2 64,-1 1-1,1 0 1,0 0-1,0 0 1,-12 13-1,-24 29 615,2 1 1,-48 74-1,-61 121-966,121-194 418,-394 709-573,420-754 441,-56 114 0,57-114-89,1-2 20,0 0 0,0 0 0,0 1-1,0-1 1,0 0 0,0 0-1,1 1 1,-1-1 0,1 0-1,-1 1 1,1-1 0,0 1 0,0-1-1,0 0 1,1 1 0,0 4-1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02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24575,'140'0'0,"1324"0"-2661,-929 0 275,73 0 1031,2778 0-3831,-2842-4 3637,-99-9 1130,-112-6 295,-107-3 458,-89 1 1681,-60 3 1125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22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24575,'0'29'0,"0"57"0,0 71 0,0 68 0,0 54-3276,0 38 2977,0 17 299,0 2 0,0-4 0,0-17-1687,0-28 1687,0-33 0,0-45 405,-3-49-405,-1-47 0,-2-39 0,-1-32-3334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2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24575,'35'0'0,"52"0"0,59 0 0,50 0 0,39 0 0,21 0-2064,1 0 2064,-19 0 0,-30 0 0,-39 0 496,-48 0-7119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2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24575,'4'11'0,"0"0"0,-1 0 0,0 0 0,-1 0 0,0 1 0,0-1 0,-1 14 0,1 6 0,56 882-2564,-43-583 2030,-3-113 497,68 1456-1883,-43 3-49,-37-1580 802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24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24575,'6'-3'0,"11"-1"0,25 0 0,47 1 0,66 1 0,86 1 0,99 0-2397,75 1 2397,37 0-3185,1 0 3185,-42 0 0,-73 0-1926,-83 0 1926,-85 0-683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7:2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24575,'0'1497'-1365,"0"-1473"-5461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9:37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24575,'1'0'0,"0"1"0,0-1 0,0 1 0,0-1 0,0 1 0,0-1 0,0 1 0,0-1 0,0 1 0,0 0 0,0 0 0,0-1 0,0 1 0,0 0 0,-1 0 0,1 0 0,0 0 0,0 1 0,13 24 0,-10-18 0,92 192 0,-84-168 0,-1 2 0,-1-1 0,-3 1 0,6 49 0,-9-35 0,-3 0 0,-2 1 0,-2-1 0,-3 0 0,-13 58 0,16-87-1365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9:38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 24575,'-1'143'0,"6"195"0,-3-315 0,0 0 0,2 0 0,11 37 0,-13-53 0,0-1 0,1 0 0,0 0 0,0 0 0,0 0 0,0 0 0,1-1 0,0 1 0,1-1 0,-1 0 0,1 0 0,0-1 0,0 1 0,0-1 0,0 0 0,1-1 0,8 5 0,0-3 0,-1-1 0,1 0 0,0-1 0,0-1 0,0 0 0,16 0 0,86-6 0,-107 4 0,0-1 0,0 0 0,-1-1 0,1 0 0,0 0 0,-1-1 0,1 0 0,-1 0 0,0-1 0,0 0 0,0-1 0,0 0 0,-1 0 0,0 0 0,0-1 0,0 0 0,-1 0 0,0-1 0,0 0 0,-1 0 0,0 0 0,0-1 0,0 0 0,-1 0 0,0 0 0,4-13 0,4-12 0,90-219 0,-100 247 0,1-1 0,1-1 0,-1 0 0,-1 0 0,3-9 0,-5 14 0,1 0 0,-1-1 0,0 1 0,0 0 0,0-1 0,0 1 0,-1-1 0,1 1 0,-1 0 0,1-1 0,-1 1 0,0 0 0,0 0 0,0 0 0,0 0 0,-2-4 0,-4-3 0,0 0 0,0 1 0,-1 0 0,0 0 0,0 0 0,0 1 0,-1 1 0,-17-10 0,9 7 0,1 2 0,-1 0 0,-1 0 0,-29-5 0,-4 3 0,-1 3 0,-87 0 0,-262 11-1365,360-5-5461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9:39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24575,'5'0'0,"21"0"0,28 0 0,40 0 0,45 0 0,46 0 0,32 0 0,14 0-624,-3 0 624,-23 0 0,-31 0 0,-40 0 0,-43-3 0,-36 0-7567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9:4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151 231 24575,'-1'1'0,"0"0"0,0 0 0,0 0 0,0-1 0,0 1 0,0 0 0,1 0 0,-1 0 0,0 1 0,1-1 0,-1 0 0,0 0 0,1 0 0,0 0 0,-1 1 0,1-1 0,0 0 0,-1 0 0,1 2 0,-1 1 0,-5 24 0,0 0 0,-3 55 0,8 60 0,1-90 0,0 51 0,2 187 0,-2-272 0,2 0 0,0-1 0,1 1 0,1-1 0,1 0 0,0 0 0,14 31 0,-14-40 0,1 1 0,-1-1 0,1 0 0,1 0 0,-1-1 0,2 0 0,-1 0 0,1-1 0,0 0 0,1 0 0,-1-1 0,1 0 0,1 0 0,-1-1 0,12 4 0,-2-2 0,1-1 0,1-1 0,-1-1 0,1 0 0,30 0 0,106-8 0,-149 4 0,0-1 0,0 0 0,-1-1 0,1 0 0,14-5 0,-19 6 0,0 0 0,-1-1 0,1 0 0,0 0 0,0 0 0,-1 0 0,1 0 0,-1 0 0,0-1 0,0 1 0,0-1 0,0 0 0,0 1 0,0-1 0,-1 0 0,3-5 0,5-23 0,-1 0 0,-1 0 0,-2-1 0,2-49 0,-2 25 0,2-17 0,46-562 0,-52 622 0,-1-1 0,-1 1 0,0 0 0,-1-1 0,0 1 0,-1 0 0,-1 0 0,0 1 0,-10-22 0,10 25 0,-1 1 0,-1-1 0,1 1 0,-2 0 0,1 0 0,-1 1 0,0 0 0,0 0 0,-1 1 0,0 0 0,0 0 0,-1 1 0,-14-7 0,10 6 0,0 1 0,0 0 0,-1 1 0,1 1 0,-1 0 0,0 1 0,0 1 0,-27 0 0,21 2 0,0 1 0,1 1 0,0 1 0,0 1 0,-31 12 0,2 5 0,1 2 0,1 2 0,-76 58 0,98-66-682,-31 30-1,32-24-6143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1:0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13 431 24575,'-1'-1'0,"0"1"0,1-1 0,-1 1 0,1 0 0,-1-1 0,0 1 0,1-1 0,-1 0 0,1 1 0,-1-1 0,1 1 0,-1-1 0,1 0 0,-1 1 0,1-1 0,0 0 0,0 0 0,-1 1 0,1-1 0,0 0 0,0 0 0,0 0 0,-1 1 0,1-1 0,0-1 0,-1-22 0,1 20 0,0 0 0,1 0 0,0 0 0,0 1 0,0-1 0,0 0 0,1 0 0,0 1 0,-1-1 0,1 1 0,1-1 0,-1 1 0,0 0 0,1 0 0,-1 0 0,1 0 0,0 0 0,0 1 0,0-1 0,1 1 0,-1 0 0,0 0 0,7-3 0,7-3 0,1 1 0,1 1 0,29-7 0,-45 12 0,306-56 0,3 20 0,-126 17 0,-142 15 0,-1-2 0,-1-2 0,0-2 0,78-30 0,-79 23 0,1 3 0,0 2 0,1 1 0,0 2 0,1 2 0,0 3 0,79-2 0,-35 11 0,0 4 0,144 31 0,-188-29 147,106 16-1659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1:0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24575,'15'-1'0,"1"0"0,0-1 0,25-7 0,-20 5 0,339-48 94,15 31-565,773 7-1459,-369 10 1702,-776 4 224,181-9-47,-179 8-5,1 1-41,-1-1-1,1 1 0,-1-1 1,1-1-1,-1 1 1,1-1-1,-1 0 1,7-3-1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1:07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24575,'0'-2'0,"3"-2"0,19 0 0,40 1 0,56 1 0,67 1 0,66 0 0,60 1-1528,42 0 1528,24 0-2989,-1 0 2989,-19 0 0,-34 0 0,-53 0-1383,-62 0 1383,-65 0-3,-55 0-2285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1:08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24575,'0'-1'0,"0"0"0,0 0 0,1 0 0,-1 0 0,0 0 0,1-1 0,-1 1 0,0 0 0,1 0 0,-1 0 0,1 0 0,0 0 0,-1 0 0,1 0 0,0 1 0,0-1 0,0 0 0,-1 0 0,1 0 0,0 1 0,0-1 0,0 0 0,0 1 0,0-1 0,2 0 0,35-9 0,19 4 0,75-1 0,-98 7 0,177-4 0,70 2-474,70 2-1423,-138 0 888,2455 18-3106,-2604-17 3419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1:1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24575,'1465'0'0,"-1394"-2"0,127-23 0,-143 19 0,1 3 0,74 4 0,-42 0 0,21 0 0,137-2 0,-209-2-1365,-12-1-5461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4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24575,'0'2373'-1757,"0"-2355"1676,-3 88-910,0-78-4371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24575,'0'-1'0,"0"1"0,0-1 0,0 1 0,1-1 0,-1 1 0,0-1 0,0 1 0,1-1 0,-1 1 0,0 0 0,0-1 0,1 1 0,-1-1 0,1 1 0,-1 0 0,0-1 0,1 1 0,-1 0 0,1-1 0,-1 1 0,1 0 0,-1 0 0,1-1 0,-1 1 0,1 0 0,-1 0 0,1 0 0,0 0 0,19-3 0,-16 3 0,330-6 0,-205 7 0,-17-1 0,623-9 0,-729 9 0,-2-1 0,0 1 0,0 0 0,0 0 0,-1 0 0,1 1 0,0-1 0,6 3 0,-9-3 0,1 1 0,-1 0 0,0 0 0,0 0 0,0 0 0,0 0 0,0 0 0,0 0 0,0 0 0,0 0 0,0 0 0,0 0 0,0 1 0,-1-1 0,1 0 0,-1 1 0,1-1 0,-1 1 0,1-1 0,-1 0 0,0 1 0,1-1 0,-1 1 0,0 2 0,2 31 0,-4 48 0,0-28 0,-13 2026-299,15-1649-767,0-413-5760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0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24575,'6'0'0,"10"0"0,21 0 0,23 0 0,32 0 0,29 0 0,23 0 0,16 0 0,5 0 0,-3 0 0,-20 0 0,-32 0 0,-30 0 0,-30 0-8191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1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24575,'162'0'0,"-4"0"0,76 0-343,83 0-1029,81 0 482,3198 0-3949,-3540 0 4092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24575,'2'0'0,"5"0"0,1 3 0,1 7 0,0 7 0,-1 7 0,-1 11 0,0 8 0,-1 6 0,0 3 0,0-2 0,-1-3 0,1-6 0,0-11-8191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24575,'5'-3'0,"0"0"0,0 0 0,0 0 0,0 1 0,1 0 0,-1 0 0,1 0 0,-1 1 0,8-2 0,8-2 0,336-75 0,-313 73 0,0 3 0,-1 2 0,49 3 0,-89-1 0,0 0 0,0 0 0,1 0 0,-1 1 0,0-1 0,0 1 0,1 0 0,-1 0 0,0 0 0,0 0 0,0 0 0,0 1 0,0-1 0,-1 1 0,1 0 0,0 0 0,-1 0 0,1 0 0,-1 0 0,0 1 0,0-1 0,0 1 0,0 0 0,0-1 0,0 1 0,-1 0 0,1 0 0,-1 0 0,0 0 0,0 0 0,0 0 0,0 1 0,-1-1 0,1 5 0,4 43 0,-3-1 0,-4 65 0,-1-46 0,-1 140-1365,3-166-5461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24575,'6'0'0,"14"0"0,6 0 0,13 0 0,12 0 0,14 0 0,18 0 0,5 0 0,-3 0 0,-10 0 0,-16 0 0,-16 0-8191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5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24575,'-3'0'0,"-1"3"0,-5 7 0,-2 7 0,-1 7 0,-5 8 0,-3 5 0,0 7 0,0 2 0,1-4 0,3-8-8191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8:5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24575,'0'5'0,"0"9"0,0 13 0,0 5 0,0 8 0,0 4 0,-3 0 0,-1-2 0,-3-2 0,-3-4 0,1-7 0,1-7-8191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1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2576 1 24575,'-1'14'0,"-1"1"0,0-1 0,-1 1 0,-1-1 0,0 0 0,-1-1 0,-8 18 0,1 0 0,-51 122 0,-40 63-353,-51 63-1061,-57 52 516,-313 380-1832,-41-27 2402,340-423-1020,38-53 907,152-170 422,-164 173-470,144-158 2420,-104 77 0,129-111-2134,11-9-3627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2800 0 24575,'-12'2'0,"0"-1"0,0 1 0,0 1 0,1 0 0,-1 1 0,0 0 0,-15 9 0,-22 7 0,-491 140-181,-12-40-190,400-82 463,119-33 16,-1-1 0,1-2 0,-46-3 0,26 1-80,-11-1-28,10 0 0,1 2 0,-81 12 0,-517 61 0,636-73 0,-156 12 0,150-10 0,20-3 0,4 1 0,29-2 0,10-2 0,-24 1 0,1 0 0,24 2 0,-38 1 0,1-1 0,0 1 0,0 0 0,0 1 0,-1 0 0,1 0 0,-1 0 0,1 0 0,-1 1 0,0 0 0,8 5 0,-2 2 0,0 1 0,-1-1 0,-1 2 0,0-1 0,14 24 0,-19-30 0,416 723-1626,-312-528 1413,-91-169 213,390 693 41,57-31-244,-394-601 86,457 631-578,-319-382-202,-172-277-3584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0 24575,'1'0'0,"0"1"0,-1-1 0,1 0 0,0 0 0,-1 1 0,1-1 0,0 1 0,-1-1 0,1 1 0,-1-1 0,1 1 0,-1-1 0,1 1 0,-1-1 0,1 1 0,-1 0 0,1-1 0,-1 1 0,0 0 0,1-1 0,-1 1 0,0 0 0,0-1 0,0 1 0,1 0 0,-1 0 0,0-1 0,0 2 0,1 22 0,-2-19 0,0 0 0,0-1 0,-1 1 0,0-1 0,0 1 0,0-1 0,-1 0 0,1 0 0,-1 0 0,0 0 0,0-1 0,0 1 0,0-1 0,-1 0 0,0 1 0,1-2 0,-1 1 0,0 0 0,0-1 0,-1 0 0,-7 3 0,-9 4 0,-1-2 0,0 0 0,-28 4 0,28-7 0,-109 23 0,131-27 0,-1 0 0,1 0 0,-1 0 0,1 0 0,-1 0 0,1 0 0,0 0 0,-1 0 0,1 1 0,-1-1 0,1 0 0,0 0 0,-1 0 0,1 1 0,-1-1 0,1 0 0,0 0 0,-1 1 0,1-1 0,0 0 0,0 1 0,-1-1 0,1 0 0,0 1 0,0-1 0,-1 0 0,1 1 0,0-1 0,0 1 0,0-1 0,0 0 0,0 1 0,-1-1 0,1 1 0,0 0 0,8 15 0,0-1 0,-4 9 0,0 0 0,-1 0 0,-2 0 0,-1 34 0,0-15 0,1 50-341,-5 0 0,-3 0-1,-27 129 1,22-173-6485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81 24575,'35'-1'0,"-1"-2"0,1-1 0,0-2 0,59-18 0,37-15 0,-129 38 0,0 0 0,0 1 0,1-1 0,-1 1 0,0-1 0,1 1 0,-1 0 0,0 0 0,1 0 0,-1 0 0,0 1 0,1-1 0,-1 1 0,0-1 0,0 1 0,1 0 0,-1 0 0,3 1 0,-3 0 0,0 0 0,-1-1 0,1 1 0,0 0 0,-1 0 0,1 1 0,-1-1 0,0 0 0,0 0 0,0 1 0,0-1 0,0 1 0,0-1 0,-1 1 0,1-1 0,0 5 0,1 20 0,0 1 0,-2-1 0,-1 0 0,-1 0 0,-2 0 0,0 0 0,-2-1 0,-1 0 0,-16 41 0,4-22 0,-2-1 0,-2 0 0,-1-2 0,-42 54 0,34-55 0,-2-2 0,-2-2 0,-1-1 0,-60 45 0,64-57 0,-2-1 0,0-2 0,-1-1 0,-1-2 0,-1-2 0,-43 13 0,72-26 17,-1 0 0,1-1 1,-1 0-1,0-1 0,0 0 0,-18-1 0,25 0-70,0-1 0,1 1 0,-1-1 0,0 0 0,1 1 0,-1-1 0,0 0 0,1-1 0,0 1 0,-1 0 0,1-1 0,0 0 0,-1 1-1,1-1 1,0 0 0,0 0 0,0 0 0,1 0 0,-1 0 0,1-1 0,-1 1 0,1 0 0,-1-1 0,1 1 0,0-1 0,0 0 0,0-2 0,-5-25-6773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06:2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24575,'30'2'0,"1"2"0,-1 1 0,0 1 0,45 15 0,-40-10 0,49 14 0,-1 3 0,-1 4 0,-2 3 0,-1 4 0,139 94 0,-173-99 0,-24-17 0,1-1 0,1-1 0,42 21 0,-51-31 0,0-1 0,1-1 0,-1 0 0,1-1 0,28 1 0,-10-1 0,257 20 74,866 56-2760,-1062-74-2893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24575,'0'8'0,"0"13"0,0 13 0,0 19 0,0 21 0,0 15 0,0 16 0,0 14 0,0 9 0,0 7 0,0 3 0,0 5 0,0 2 0,0-7 0,0-18 0,0-24 0,0-22 0,0-23-8191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24575,'3'0'0,"7"0"0,16 0 0,24 0 0,45 0 0,58 0 0,56 0 0,51 0-947,33 0 947,2 0-1990,-19 0 1990,-49 0 0,-59 0-355,-56 0 355,-47 0-4899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24575,'0'9'0,"0"8"0,0 20 0,0 31 0,6 35 0,1 40 0,1 25 0,-2 7 0,-2-6 0,-1-22 0,-2-28 0,0-29 0,-1-25 0,-1-23 0,1-14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24575,'0'6'0,"0"7"0,0 17 0,0 20 0,0 20 0,0 15 0,0 10 0,0 2 0,0-8 0,0-16 0,0-17 0,0-19-8191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24575,'54'-7'0,"-11"1"0,284 2 0,-324 4 0,-1 0 0,1 1 0,-1-1 0,1 0 0,-1 1 0,1 0 0,-1-1 0,1 1 0,-1 0 0,1 0 0,-1 1 0,0-1 0,0 0 0,0 1 0,0-1 0,0 1 0,0 0 0,2 2 0,-2-1 0,0 0 0,0 1 0,0-1 0,-1 1 0,0 0 0,1 0 0,-1-1 0,-1 1 0,1 0 0,-1 0 0,1 6 0,-2 255 0,-2-126 0,2 21-1365,1-124-5461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24575,'6'0'0,"8"0"0,10 0 0,6 0 0,11 0 0,7 0 0,3 0 0,3 0 0,-6 0 0,-7 0 0,-12 0-8191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8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24575,'0'683'0,"-9"-533"0,0-6 0,9-142 0,0 0 0,0 0 0,0 0 0,0 1 0,0-1 0,0 0 0,1 0 0,-1 0 0,1 0 0,-1 0 0,1 0 0,0 0 0,0 0 0,0 0 0,0 0 0,0-1 0,1 1 0,-1 0 0,0-1 0,1 1 0,2 2 0,0-3 0,0 1 0,0 0 0,0-1 0,0 1 0,0-1 0,0 0 0,0-1 0,0 1 0,1-1 0,4 0 0,253-1 0,-131-1 0,-126 2 11,2 0 54,0 0 1,0-1 0,0 0-1,10-2 1,-16 3-125,1 0 0,-1-1 0,0 1 1,1-1-1,-1 0 0,0 1 0,0-1 1,0 0-1,0 1 0,1-1 0,-1 0 1,0 0-1,0 0 0,-1 0 0,1 0 1,0 0-1,0 0 0,0-1 0,-1 1 1,1 0-1,0 0 0,-1-1 0,1 1 1,-1 0-1,0-1 0,1 1 0,-1 0 1,0-2-1,-1-15-6767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0:59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24575,'9'0'0,"9"0"0,9 0 0,7 0 0,6 0 0,5 0 0,1 0 0,-5 0 0,-6 0 0,-10 0-8191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0 417 24575,'8'-6'0,"1"0"0,-1 1 0,1 0 0,0 1 0,0-1 0,0 2 0,0-1 0,1 1 0,18-3 0,5-3 0,230-79 0,22-7 0,244-31 0,-503 121-341,0 0 0,-1-2-1,47-19 1,-55 17-6485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1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24575,'10'0'0,"1"2"0,20 4 0,12 1 0,-38-7 0,0 1 0,0-1 0,0 1 0,0 0 0,0 0 0,0 1 0,-1-1 0,1 1 0,5 3 0,-8-4 0,0 1 0,0 0 0,0 0 0,-1 0 0,1 0 0,0 0 0,-1 0 0,1 0 0,-1 0 0,0 1 0,0-1 0,0 0 0,0 1 0,0-1 0,0 1 0,-1-1 0,1 1 0,-1 0 0,0 4 0,1 2 0,-1 1 0,-1 0 0,1 0 0,-2-1 0,1 1 0,-1 0 0,-1-1 0,0 0 0,0 1 0,-1-1 0,-5 9 0,-8 12 0,-39 51 0,29-43 0,9-13 39,-57 87 251,64-93-628,0 1-1,2-1 0,0 2 0,-6 21 0,10-18-6487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3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24575,'0'3'0,"-3"7"0,-1 10 0,1 13 0,0 5 0,1 7 0,0 8 0,2 9 0,-1 3 0,1-1 0,0-3 0,1-2 0,-1 0 0,0-2 0,0-1 0,0-7 0,0-9 0,0-12-8191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24575,'1'2'0,"0"0"0,-1 0 0,1 0 0,0 0 0,0 0 0,0-1 0,0 1 0,1 0 0,-1-1 0,0 1 0,1-1 0,-1 1 0,1-1 0,2 2 0,1 1 0,161 126 0,-22-21 0,-123-90 0,-1 0 0,0 1 0,-2 1 0,23 33 0,-14-10 0,-13-20 0,21 26 0,-34-48 0,1 0 0,-1-1 0,1 1 0,-1 0 0,1-1 0,0 1 0,0-1 0,0 0 0,0 1 0,0-1 0,0 0 0,0 0 0,3 1 0,-4-2 0,0 0 0,0 0 0,1 0 0,-1 0 0,0-1 0,0 1 0,0 0 0,0 0 0,0-1 0,1 1 0,-1-1 0,0 1 0,0-1 0,0 1 0,0-1 0,0 1 0,0-1 0,-1 0 0,1 0 0,0 1 0,0-1 0,0 0 0,-1 0 0,1 0 0,0 0 0,-1 0 0,1 0 0,0-2 0,4-7 0,-1-1 0,0 0 0,-1 0 0,0 0 0,2-17 0,-1 8 0,57-322-1365,-55 304-5461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4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24575,'0'6'0,"0"4"0,0 7 0,0 7 0,0 4 0,0 6 0,0 1 0,0-3 0,0-4 0,0-3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5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24575,'14'-1'0,"0"-1"0,0 0 0,15-5 0,14-1 0,62-3 0,206 7 0,-258 8 0,1 2 0,93 24 0,-143-29 0,0 0 0,0 0 0,1 1 0,-1-1 0,0 1 0,-1 0 0,1 0 0,0 0 0,0 1 0,-1-1 0,7 7 0,-9-7 0,1 1 0,0-1 0,-1 1 0,1 0 0,-1 0 0,0-1 0,0 1 0,0 0 0,0 0 0,-1 0 0,1 0 0,-1 0 0,0 0 0,0 1 0,0-1 0,0 0 0,-1 5 0,-5 24 0,-1 1 0,-2-1 0,-14 32 0,6-13 0,4-11 91,0 3-576,-2 0-1,-35 68 1,38-92-6341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24575,'6'0'0,"11"0"0,8 0 0,8 0 0,14 0 0,16 0 0,15 0 0,3 0 0,-7 0 0,-12 0 0,-15 0 0,-15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11:0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24575,'0'14'0,"2"0"0,0 0 0,5 16 0,2 10 0,5 63 0,-3 0 0,-4 104 0,-7-204 0,-1 0 0,1 0 0,0-1 0,1 1 0,-1 0 0,0 0 0,1-1 0,0 1 0,-1 0 0,1-1 0,0 1 0,0-1 0,1 1 0,-1-1 0,3 4 0,-2-4 0,0 0 0,1-1 0,-1 1 0,1-1 0,-1 0 0,1 1 0,-1-1 0,1 0 0,0-1 0,0 1 0,-1 0 0,1-1 0,0 1 0,0-1 0,3 0 0,154-1 80,-99-1-1525,-36 2-5381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13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24575,'97'-11'0,"97"8"0,322 36 0,-430-24 0,112 27 0,-190-34 0,24 7 0,-31-9 0,0 1 0,0-1 0,0 0 0,0 1 0,0-1 0,0 1 0,0 0 0,0-1 0,0 1 0,0 0 0,0-1 0,0 1 0,-1 0 0,1 0 0,0 0 0,-1 0 0,1 0 0,0 0 0,-1 0 0,1 1 0,-1-1 0,0 0 0,0-1 0,0 1 0,0 0 0,-1-1 0,1 1 0,0 0 0,-1-1 0,1 1 0,0-1 0,-1 1 0,1 0 0,-1-1 0,1 1 0,-1-1 0,1 0 0,-1 1 0,1-1 0,-1 1 0,1-1 0,-1 0 0,0 1 0,0-1 0,-15 9 0,0-2 0,0 0 0,-23 6 0,22-8 0,-274 88 0,-128 43 0,208-59-1365,176-65-5461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2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4 24575,'-14'0'0,"1"2"0,-1 0 0,0 0 0,0 1 0,1 1 0,0 0 0,0 1 0,-19 10 0,5 0 0,0 1 0,-42 34 0,38-25 0,1 2 0,1 0 0,1 3 0,-26 35 0,44-51 0,0 0 0,1 1 0,0 0 0,1 1 0,1 0 0,1 0 0,0 1 0,1-1 0,1 1 0,0 1 0,1-1 0,0 18 0,2 18 0,13 102 0,-9-134 0,1 0 0,1-1 0,1 1 0,0-1 0,2-1 0,0 1 0,20 32 0,-25-48 0,1 1 0,-1-1 0,1 1 0,-1-1 0,1 0 0,1-1 0,-1 1 0,0-1 0,1 1 0,0-1 0,-1-1 0,1 1 0,0-1 0,9 3 0,-2-2 0,1-1 0,-1 0 0,0-1 0,1 0 0,18-2 0,329-4 0,-356 5 0,-1 0 0,0 0 0,1 0 0,-1 0 0,0 0 0,1-1 0,-1 1 0,0-1 0,1 0 0,-1 0 0,0 0 0,0-1 0,0 1 0,0-1 0,0 0 0,0 0 0,0 0 0,-1 0 0,1 0 0,-1 0 0,1-1 0,-1 1 0,0-1 0,0 0 0,0 1 0,2-7 0,19-33 0,-2-2 0,-1 0 0,-3-1 0,-2-1 0,-2-1 0,-2 0 0,-2 0 0,-2-1 0,-2 0 0,-2 0 0,-5-77 0,1 110 0,-1 0 0,-1 1 0,0-1 0,0 1 0,-2 0 0,-11-26 0,12 32 0,-1-1 0,-1 1 0,1 0 0,-1 0 0,-1 0 0,1 1 0,-1 0 0,0 0 0,-1 1 0,0 0 0,-12-7 0,-7-1-151,-2 1-1,0 1 0,0 2 0,-1 1 1,0 1-1,0 2 0,-1 1 1,-46-2-1,51 6-6674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24575,'3'3'0,"7"4"0,10 7 0,11 6 0,11 6 0,5 4 0,0-2 0,-2-4 0,-6-6 0,-9-5-8191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24575,'3'0'0,"7"8"0,7 7 0,10 6 0,12 2 0,5 1 0,1-2 0,-8-3-8191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24575,'0'17'0,"0"-1"0,1 1 0,1-1 0,0 1 0,2-1 0,0 0 0,0 0 0,2 0 0,0 0 0,0-1 0,15 22 0,23 27 0,3-2 0,73 75 0,15 18 0,-109-121 0,-1 0 0,36 70 0,-26-30-1365,-24-52-5461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6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822 0 24575,'-67'11'0,"-102"-1"0,-139 11 0,241-15 0,-114 14 0,152-13 0,29-7 0,0 0 0,0 0 0,0 0 0,1 0 0,-1 0 0,0 1 0,0-1 0,0 0 0,0 0 0,0 0 0,0 0 0,1 0 0,-1 0 0,0 0 0,0 0 0,0 0 0,0 0 0,0 1 0,0-1 0,0 0 0,0 0 0,0 0 0,0 0 0,1 0 0,-1 0 0,0 0 0,0 1 0,0-1 0,0 0 0,0 0 0,0 0 0,0 0 0,0 0 0,0 1 0,0-1 0,0 0 0,0 0 0,0 0 0,0 0 0,0 0 0,0 0 0,-1 1 0,1-1 0,0 0 0,0 0 0,0 0 0,0 0 0,0 0 0,0 0 0,0 0 0,0 1 0,0-1 0,0 0 0,-1 0 0,1 0 0,0 0 0,0 0 0,0 0 0,13 4 0,1-1 0,0 0 0,19 0 0,-12-1 0,134 12 0,61 7 0,-170-14 0,0 1 0,70 25 0,-103-29-114,0 1 1,0 0-1,0 1 0,-1 1 0,0 0 1,0 0-1,-1 1 0,0 1 0,0 0 1,-1 0-1,13 16 0,-11-8-6712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24575,'6'96'0,"1"-13"0,-4 408 0,-1-61 0,-2-422 0,0-1 0,0 0 0,0 0 0,1 0 0,3 10 0,-4-16 0,1 1 0,-1 0 0,1-1 0,0 1 0,-1-1 0,1 1 0,0-1 0,0 0 0,0 1 0,0-1 0,0 0 0,1 0 0,-1 0 0,0 1 0,0-1 0,1-1 0,-1 1 0,1 0 0,-1 0 0,1 0 0,-1-1 0,1 1 0,3 0 0,3 0 0,1-1 0,0 0 0,-1 0 0,1-1 0,0 0 0,-1 0 0,1-1 0,-1-1 0,9-2 0,39-14 0,99-48 0,48-43 0,2-19 0,-174 107 0,-2-2 0,-1-1 0,0-1 0,33-43 0,-40 39-1365,-9 8-5461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201 313 24575,'3'2'0,"1"1"0,-1-1 0,0 1 0,0 0 0,0-1 0,-1 1 0,1 1 0,2 3 0,8 8 0,-4-6 0,0-1 0,1-1 0,-1 0 0,2 0 0,-1-1 0,1 0 0,0 0 0,0-2 0,13 5 0,18 3 0,53 9 0,-93-21 0,114 18 0,131 3 0,119-13 0,-342-8 0,422-13 0,-439 13 0,-1-1 0,0 0 0,0 0 0,0-1 0,1 0 0,-1 0 0,7-3 0,-12 4 0,0 0 0,0 0 0,0 0 0,1 0 0,-1 0 0,0 0 0,0 0 0,0 0 0,0 0 0,-1 0 0,1 0 0,0-1 0,0 1 0,-1 0 0,1-1 0,-1 1 0,1 0 0,-1-1 0,0 1 0,1-1 0,-1 1 0,0-1 0,0 1 0,0-1 0,0 1 0,0-1 0,0 1 0,-1 0 0,1-1 0,0 1 0,-1-1 0,1 1 0,-1 0 0,0-2 0,-2-3 0,0 0 0,0 0 0,0 0 0,-1 0 0,0 1 0,0 0 0,-1 0 0,-7-8 0,-46-32 0,53 42 0,-35-23 0,-1 2 0,-1 2 0,-1 1 0,-46-14 0,-191-46 0,95 41-250,-1 9 0,-1 7-1,-204 1 1,287 25-948,31 2-4794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41 890 24575,'28'0'0,"42"-5"0,-60 4 0,0-2 0,0 1 0,-1-1 0,1 0 0,-1-1 0,1 0 0,12-9 0,1-2 0,0-1 0,-1-2 0,-1 0 0,-1-1 0,-1-1 0,0-1 0,-2 0 0,0-2 0,-2 0 0,20-37 0,-21 30 0,-1-1 0,-1-1 0,-2 0 0,-1 0 0,-1-1 0,-2 0 0,-2-1 0,1-46 0,-4 58 0,-4-137 0,2 156 0,1 1 0,-1 0 0,1-1 0,-1 1 0,0-1 0,0 1 0,0 0 0,0-1 0,-1 1 0,1 0 0,-1 0 0,1 0 0,-1 0 0,0 0 0,1 0 0,-1 1 0,0-1 0,0 1 0,0-1 0,0 1 0,-1 0 0,1-1 0,0 1 0,-4-1 0,-6-2 0,0 1 0,-1 0 0,-21-3 0,13 3 0,-7-1 0,-1 0 0,-39 1 0,55 3 0,0 1 0,0 0 0,1 2 0,-1-1 0,0 1 0,1 1 0,-20 9 0,24-10 0,-1 1 0,1 0 0,0 1 0,1 0 0,-1 0 0,1 1 0,0-1 0,0 2 0,1-1 0,0 1 0,0 0 0,0 0 0,1 1 0,0-1 0,0 1 0,1 0 0,0 1 0,1-1 0,0 1 0,0-1 0,1 1 0,0 0 0,-2 18 0,-3 230 0,4-40 0,1-190 146,1-4-901,-7 41-1,3-45-6070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1:59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800 0 24575,'0'6'0,"0"8"0,0 18 0,0 34 0,-14 49 0,-20 58 0,-24 51 0,-23 44-1889,-16 28 1889,-4 14 0,4-11 0,12-24 0,10-45 0,16-54 0,14-53 0,12-43 0,12-36-6302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2:0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24575,'0'4185'-5745,"0"-4148"3299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3:20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2745 1223 24575,'446'5'0,"-11"27"0,-424-31 0,6 0 0,-1 1 0,1 1 0,-1 0 0,0 2 0,0-1 0,22 11 0,-37-14 0,1-1 0,-1 1 0,1 0 0,-1 0 0,1 0 0,-1 0 0,1 1 0,-1-1 0,0 0 0,1 1 0,-1-1 0,0 0 0,0 1 0,0 0 0,0-1 0,0 3 0,-1-3 0,0 0 0,0 1 0,0-1 0,0 0 0,0 1 0,0-1 0,-1 1 0,1-1 0,-1 0 0,1 0 0,-1 1 0,1-1 0,-1 0 0,0 0 0,0 0 0,1 1 0,-1-1 0,0 0 0,0 0 0,0 0 0,0-1 0,0 1 0,0 0 0,-2 1 0,-9 6 0,0-1 0,0 0 0,-26 11 0,-113 35 0,-94 9-505,-102 6-1515,-676 74 1469,-8-38 613,974-98-78,-3-2 16,51-5 0,12-1 0,89-20 0,87-16 0,71-12-348,64-8-1045,558-87 985,0 42 790,-672 91 912,-170 11-1187,1 1 1,34 6 0,-62-6-108,1 0 0,0 1 0,-1 0 0,1-1 0,0 2 0,-1-1 0,1 0 0,-1 1 0,1-1 0,-1 1 0,0 0 0,0 0 0,0 0 0,0 1 0,5 4 0,-7-5 0,0-1 0,0 1 0,-1 0 0,1-1 0,0 1 0,-1 0 0,0-1 0,1 1 0,-1 0 0,0-1 0,0 1 0,0 0 0,0 3 0,-1 0 0,1-1 0,-2 1 0,1-1 0,0 1 0,-1-1 0,-3 7 0,-8 10 0,0-1 0,-1-1 0,-28 31 0,-122 112 0,-75 55-143,-910 765-571,968-826 829,165-142-23,0 1 0,1 1 0,1 0 0,-17 24 1,30-38-87,0 0 1,1-1 0,-1 1-1,0 0 1,0 0 0,1 0 0,-1 0-1,1-1 1,-1 1 0,1 0-1,0 0 1,0 0 0,0 0 0,0 3-1,1-3-5,-1-1 0,0 0-1,1 0 1,0 0 0,-1 0-1,1 0 1,0 0 0,0 0-1,-1 0 1,1 0 0,0 0 0,0 0-1,0 0 1,0-1 0,0 1-1,0 0 1,0-1 0,1 1-1,-1-1 1,2 1 0,10 3-1,0-2 0,1 1 0,-1-2 0,1 0 0,-1-1 0,24-2 0,171-18 0,189-35-709,244-29 99,-594 78 1117,-14 1-11,1 2 1,0 1-1,63 4 0,-95-2-496,0 1 0,0-1 0,0 0 0,0 1 0,0-1 0,-1 1 0,1-1 0,0 1 0,0 0 0,-1 0 0,1 0 0,0 0 0,1 1 1,-3-1-1,0-1 0,1 1 0,-1-1 0,0 1 0,0-1 0,0 1 0,1-1 0,-1 1 0,0-1 0,0 1 0,0-1 0,0 1 0,0-1 0,0 1 0,0-1 0,0 1 0,0-1 0,0 1 0,0-1 0,0 1 0,0-1 0,-1 1 0,1-1 0,0 1 0,0-1 0,-1 1 0,1-1 0,0 1 0,-1 0-1,-4 4 1,0 0 0,-1 0 0,1 0 0,-1-1 0,0 1 0,-7 2 0,-111 59 0,-672 233 1524,685-268-1524,108-30 0,1 0 0,-1-1 0,1 1 0,-1-1 0,1 1 0,-1-1 0,0 0 0,1 0 0,-1 0 0,0 0 0,1-1 0,-1 1 0,0-1 0,1 1 0,-5-3 0,7 3 0,0 0 0,0-1 0,-1 1 0,1-1 0,0 1 0,0-1 0,-1 1 0,1-1 0,0 1 0,0-1 0,0 1 0,0-1 0,0 1 0,0-1 0,0 0 0,0 1 0,0-1 0,0 1 0,0-1 0,0 1 0,0-1 0,0 1 0,1-1 0,-1 1 0,0-1 0,15-24 0,128-129 0,-110 121 0,101-101 105,259-267 439,-523 529-544,47-49 0,20-17 0,-97 102 0,157-161 0,0 0 0,0 1 0,0 0 0,1 0 0,-4 7 0,6-11 0,0 0 0,0 0 0,0 0 0,0 1 0,-1-1 0,1 0 0,0 0 0,0 0 0,0 1 0,0-1 0,0 0 0,0 0 0,0 0 0,1 1 0,-1-1 0,0 0 0,0 0 0,0 0 0,0 0 0,0 1 0,0-1 0,0 0 0,0 0 0,0 0 0,0 0 0,1 1 0,-1-1 0,0 0 0,0 0 0,0 0 0,0 0 0,1 0 0,-1 0 0,0 1 0,0-1 0,0 0 0,0 0 0,1 0 0,-1 0 0,0 0 0,0 0 0,0 0 0,1 0 0,-1 0 0,0 0 0,1 0 0,23-6 0,6-7 0,36-21 0,108-72 0,81-74-546,72-71-1721,530-432 1277,-392 310 1020,-290 238-30,-161 125 0,-1 0 0,1 1 0,0 0 0,18-7 0,-32 16 0,0 0 0,0 0 0,0 0 0,0 0 0,1 0 0,-1 0 0,0-1 0,0 1 0,1 0 0,-1 0 0,0 0 0,0 0 0,0 0 0,1 0 0,-1 0 0,0 0 0,0 0 0,1 0 0,-1 0 0,0 1 0,0-1 0,0 0 0,1 0 0,-1 0 0,0 0 0,0 0 0,0 0 0,1 0 0,-1 0 0,0 1 0,0-1 0,0 0 0,0 0 0,0 0 0,1 0 0,-1 1 0,0-1 0,0 0 0,0 0 0,0 0 0,0 1 0,0-1 0,0 0 0,0 0 0,0 0 0,0 1 0,1-1 0,-1 0 0,0 0 0,0 1 0,0-1 0,-1 0 0,1 0 0,0 0 0,0 1 0,0-1 0,0 0 0,0 0 0,0 1 0,0-1 0,0 0 0,0 0 0,-1 1 0,-18 31 0,-23 17 0,-50 46 0,-194 163-546,-169 97-1670,-163 68 999,-89 4-1336,-1368 604-1,1656-863 2554,354-144 0,-132 29 0,187-51 3,-1-1-1,1 0 0,-1 0 1,1-1-1,-12-2 1,20 2 16,0 0 1,0-1-1,0 1 0,0-1 1,0 1-1,0-1 1,0 0-1,0 0 0,0 0 1,0 0-1,0 0 1,0 0-1,0-1 0,1 1 1,-1 0-1,1-1 0,-1 0 1,-1-1-1,2 0 14,0 1 0,1 0 0,-1 0 0,0 0 0,1-1 0,-1 1 0,1 0-1,0-1 1,0 1 0,0 0 0,0-1 0,0 1 0,1 0 0,-1-1 0,1 1 0,-1 0-1,2-3 1,1-5 105,2 0-1,-1 0 0,2 0 0,9-14 0,19-23-26,3 2 0,65-62-1,219-175 22,145-75 392,121-52-393,2004-1132-623,-2142 1316 483,-142 84-27,-135 73 27,-134 57 9,-31 11 0,-8 3 0,-17 10 0,-2-2 0,-29 15 0,-174 79 0,-128 43 129,-95 27 389,-1242 429 158,1479-535 1840,187-62-1887,1-1 0,-40 5 0,60-11-618,1 1 0,-1-1 0,1 0 0,-1 0 0,1 0 0,-1 0 0,0 0 0,1 0 0,-1 0 0,1 0 0,-1 0 0,1 0 0,-1-1 0,1 1 0,-1 0 0,1 0 0,-1 0 0,1 0 0,-1-1 0,1 1 0,0 0 0,-1-1 0,1 1 0,-1 0 0,1-1 0,0 1 0,-1 0 0,1-1 0,0 0-7,0 0 0,0 0 1,1 0-1,-1 0 0,0 0 0,1 0 0,-1 0 0,1 0 0,-1 0 1,1 0-1,0 1 0,-1-1 0,1 0 0,0 0 0,-1 1 1,2-2-1,20-15 3,41-28 0,98-52-7,777-372-1032,-767 397 3248,-143 60-1880,60-14 0,-84 25-332,0 0 0,0 1 0,0 0 0,0 0-1,0 0 1,0 0 0,7 1 0,-10-1-3,0 1-1,0-1 0,0 0 1,0 1-1,0-1 0,0 1 1,-1-1-1,1 1 0,0-1 1,0 1-1,0 0 0,-1-1 1,1 1-1,0 0 1,0-1-1,-1 1 0,1 0 1,-1 0-1,1 0 0,-1 0 1,1 1-1,0 2-1,-1 1 1,0-1-1,0 1 1,0-1-1,-1 1 1,0-1-1,0 0 1,0 1-1,0-1 0,-1 0 1,1 0-1,-1 0 1,-4 7-1,-16 28 1,-42 60 0,-88 98 0,-409 467 155,260-314 27,248-291 313,568-835-1728,-442 661 1041,139-203 1501,-207 311-1255,1 1 0,-1-1 1,1 1-1,8-7 0,-13 13-54,-1-1 0,1 1 0,-1 0 0,1-1 0,0 1 0,-1 0 0,1-1 0,-1 1 0,1 0 0,0 0 0,-1-1 0,1 1 0,0 0 0,-1 0 0,1 0 0,0 0 0,-1 0 0,1 0 0,-1 0 0,1 0 0,0 0 0,-1 0 0,1 1 0,0-1-1,0 0 1,0 1 1,0 0-1,0 0 0,-1 1 0,1-1 0,0 0 0,-1 0 0,1 0 0,-1 1 0,1-1 1,-1 0-1,1 0 0,-1 1 0,0-1 0,0 0 0,0 1 0,1-1 0,-2 3 0,1 13 0,-1 0 0,-1 0 0,-1 0 0,-5 17 0,-45 149 0,-39 74-433,-193 428-1847,-23-8 2625,257-567-352,-11 22 53,53-112-46,-3 5 0,26-50 0,-1 0 0,71-125 0,64-101 0,73-101-316,76-88-949,542-706 929,40 37 274,-699 892-265,-70 95 245,-106 118 82,0 0 0,0 0 0,1 0 0,-1 1 0,1-1 0,-1 1 0,1 0 0,0 0 0,8-2 0,-13 5 0,1-1 0,0 1 0,-1 0 0,1 0 0,0 0 0,-1 0 0,1 1 0,0-1 0,-1 0 0,1 0 0,0 0 0,-1 0 0,1 1 0,-1-1 0,1 0 0,0 1 0,-1-1 0,1 0 0,-1 1 0,1-1 0,-1 1 0,1-1 0,-1 1 0,1-1 0,-1 1 0,0-1 0,1 2 0,1 1 0,-1 0 0,0 0 0,0 1 0,0-1 0,0 0 0,0 1 0,-1-1 0,1 5 0,-1 26 0,-5 54 0,-21 110 0,-15 68 351,-50 282 1290,-49 311-1510,27-3 128,92-631 1111,19-200-1370,4-44 0,17-570 1851,-11 273-1117,-7 481-734,-2 1172-699,-1-1524 699,-10-9 0,-79-557-1255,-42 3 680,125 704 520,-24-93 32,22 115 35,10 24-13,0 0 0,-1 0 1,1 0-1,0-1 0,0 1 1,0 0-1,0 0 1,0 0-1,-1 0 0,1 0 1,0-1-1,0 1 0,0 0 1,0 0-1,-1 0 1,1 0-1,0 0 0,0 0 1,-1 0-1,1 0 0,0 0 1,0 0-1,0-1 1,-1 1-1,1 0 0,0 0 1,0 0-1,-1 1 0,1-1 1,0 0-1,0 0 0,0 0 1,-1 0-1,1 0 1,0 0-1,0 0 0,0 0 1,-1 0-1,1 0 0,0 1 1,0-1-1,0 0 1,-1 0-1,1 0 0,-2 4 38,1-1-1,0 1 1,-1-1-1,1 1 0,0-1 1,1 1-1,-1 0 1,1 0-1,-1 5 0,-7 250 1741,4-87-1860,-104 1043-1889,105-1192 1972,-4 39 0,-23 85 0,29-144-5,0 1 1,0 0 0,0 0 0,-1-1-1,0 1 1,-3 5 0,5-9 5,0 0-1,0 0 1,0 0-1,0 0 1,0 0 0,0 0-1,-1 0 1,1 1-1,0-1 1,0 0 0,0 0-1,0 0 1,0 0-1,-1 0 1,1 0-1,0 0 1,0 0 0,0 0-1,0 0 1,-1 0-1,1 0 1,0 0 0,0 0-1,0 0 1,0 0-1,0 0 1,-1 0 0,1 0-1,0 0 1,0 0-1,0 0 1,0 0-1,0-1 1,-1 1 0,1 0-1,0 0 1,0 0-1,0 0 1,0 0 0,0 0-1,0 0 1,0-1-1,-1 1 1,1 0 0,0 0-1,0 0 1,0 0-1,0 0 1,0-1 0,-6-19 116,-5-126 361,6 56-368,-188-1329-682,190 1403 538,-41-170-25,43 181 59,-1 0 0,1 1 0,-1-1 0,0 1 0,-4-6 0,1 8 0,1 10 0,1 11 262,0-1-1,2 1 1,1 34-1,0-9 264,3 605-727,-1 100-605,-2-711 807,1-19 0,-1 0 0,-1-1 0,-5 28 0,3-42 0,-2-14 0,-26-128 0,16 62 0,-31-140-92,-20-64-276,-323-1307-2489,344 1425 2651,37 137 206,-15-33 0,13 44 21,10 14-17,0 0-1,-1 0 1,1 0 0,0 0 0,-1 0-1,1 0 1,0 0 0,0 0 0,-1 0 0,1 0-1,0 0 1,0 0 0,-1 0 0,1 0-1,0 0 1,0 1 0,0-1 0,-1 0 0,1 0-1,0 0 1,0 0 0,-1 0 0,1 1-1,0-1 1,0 0 0,0 0 0,0 0 0,-1 1-1,1-1 1,0 0 0,0 0 0,0 1-1,0-1 1,0 0 0,0 0 0,0 1-1,0-1 1,0 1 0,-3 9 131,1 1-1,0-1 1,1 1-1,0 13 1,1 578 293,5-356 348,-3-48-528,2 436 868,-4-596-942,1-23-163,-1-1 1,0 0-1,-2 0 1,-3 19-1,5-33-11,0 0 0,0 0 0,0 0 0,0 0 0,0 0 0,0 0 0,0 0 0,0 0 0,0 0 0,0 0 0,0 0 0,0 0 0,0 0 0,0 0 0,0 0 0,0 0 0,-1 0 0,1 0 0,0 0 0,0 0 0,0 0 0,0 0 0,0 0 0,0 0 0,0 0 0,0 0 0,0 0 0,0 0 0,0 0 0,0 0 0,0 0 0,0 0 0,0 0 0,0 0 0,0 0 0,0 0 0,0 0 0,0 0 0,0 0 0,0 0 0,0 1 0,-1-1 0,1 0 0,0 0 0,0 0 0,0 0 0,0 0 0,0 0 0,0 0 0,-1-12 0,-9-164 0,-50-408 163,30 405 17,-67-217 0,97 395-180,-11-37 10,-1 0 0,-30-59 0,26 73-10,15 23 0,1 1 0,0 0 0,-1-1 0,1 1 0,0 0 0,-1 0 0,1-1 0,0 1 0,-1 0 0,1 0 0,0 0 0,-1 0 0,1 0 0,-1-1 0,1 1 0,0 0 0,-1 0 0,1 0 0,-1 0 0,1 0 0,0 0 0,-1 0 0,0 1 0,1-1 0,-1 0 0,0 1 0,1-1 0,-1 1 0,1-1 0,-1 1 0,1 0 0,-1-1 0,1 1 0,-1 0 0,1-1 0,0 1 0,-1 0 0,1-1 0,0 1 0,0 0 0,-1 1 0,-3 17 12,1 0 0,1 0 1,0 0-1,3 33 1,-1-9 136,3 734 502,0 61-1227,-3-815 576,0-9 0,0 1 0,-1-1 0,-4 20 0,3-30 0,0-9 0,0-19 22,0-41 0,1 32 97,-17-415 412,-34 3-245,37 377-286,9 54 0,6 14 0,0 0 0,0 0 0,0 0 0,0 0 0,-1 0 0,1 0 0,0 0 0,0 0 0,0 0 0,0-1 0,0 1 0,0 0 0,0 0 0,0 0 0,-1 0 0,1 0 0,0 0 0,0 0 0,0 0 0,0 0 0,0 0 0,0 0 0,-1 0 0,1 0 0,0 0 0,0 0 0,0 0 0,0 0 0,0 0 0,0 0 0,0 1 0,-1-1 0,1 0 0,0 0 0,0 0 0,0 0 0,0 0 0,0 0 0,0 0 0,0 0 0,0 0 0,0 0 0,0 0 0,-1 1 0,1-1 0,0 0 0,0 0 0,0 0 0,0 0 0,0 0 0,0 0 0,0 0 0,0 1 0,0-1 0,0 0 0,0 0 0,-2 9 0,0 0 0,1 1 0,-1 15 0,-4 510-2,7-364-118,1-5-305,-4 207 238,-1-346 187,3-27 0,0 0 0,0 0 0,0 0 0,0 0 0,0 0 0,0 0 0,0 0 0,0 0 0,0 0 0,0 0 0,-1 0 0,1 0 0,0 0 0,0 0 0,0 0 0,0 0 0,0 0 0,0 0 0,0 0 0,0 0 0,0 0 0,0 0 0,0 0 0,-1 0 0,1 0 0,0 0 0,0 0 0,0 0 0,0 0 0,0 0 0,0 0 0,0 0 0,0 0 0,0 0 0,0 0 0,0 0 0,0 0 0,0 0 0,-1 0 0,1 1 0,-4-50 0,-55-712 520,-36 114-1637,-31 4 1164,109 582-47,8 41 0,9 20 0,0 0 0,0-1 0,0 1 0,-1 0 0,1 0 0,0 0 0,0 0 0,0 0 0,0 0 0,0 0 0,-1 0 0,1 0 0,0 0 0,0 0 0,0 0 0,0 0 0,0 0 0,-1 0 0,1 0 0,0 0 0,0 0 0,0 0 0,0 0 0,0 0 0,-1 0 0,1 0 0,0 0 0,0 0 0,0 0 0,0 0 0,0 0 0,-1 0 0,1 0 0,0 0 0,0 0 0,0 0 0,0 1 0,0-1 0,0 0 0,0 0 0,0 0 0,-1 0 0,1 0 0,0 0 0,0 1 0,0-1 0,0 0 0,0 0 0,0 0 0,0 0 0,0 0 0,0 1 0,0-1 0,0 0 0,-2 6 0,1 0 0,0 1 0,1-1 0,-1 9 0,1 566-57,2-175-578,-65 600 3,62-991 597,-5 29 14,-1 0 0,-14 45 0,14-72 21,7-17 0,0 0 0,0 0 0,0 0 0,0 0 0,-1 0 0,1 0 0,0 1 0,0-1 0,0 0 0,0 0 0,0 0 0,0 0 0,0 0 0,0 0 0,-1 0 0,1 0 0,0 0 0,0 0 0,0 0 0,0 0 0,0 0 0,0 0 0,-1 0 0,1 0 0,0 0 0,0 0 0,0 0 0,0 0 0,0 0 0,0 0 0,-1 0 0,1 0 0,0 0 0,0 0 0,0 0 0,0 0 0,0 0 0,0 0 0,0-1 0,-1 1 0,1 0 0,0 0 0,0 0 0,0 0 0,0 0 0,0 0 0,0 0 0,0 0 0,0-1 0,0 1 0,0 0 0,0 0 0,0 0 0,-6-31 0,-6-157 976,-1-17 94,-95-546-1070,104 730-6,-1-11 191,-2 1 1,-20-59-1,17 73-75,10 17-109,0 0 0,0 0-1,0 0 1,-1 0 0,1 0-1,0-1 1,0 1 0,0 0-1,0 0 1,-1 0 0,1 0-1,0 0 1,0 0 0,0 0 0,-1 0-1,1 0 1,0 0 0,0 0-1,0 0 1,-1 0 0,1 0-1,0 0 1,0 0 0,0 0-1,-1 0 1,1 0 0,0 0-1,0 0 1,0 0 0,0 0 0,-1 0-1,1 0 1,0 0 0,0 0-1,0 0 1,-1 1 0,1-1-1,0 0 1,0 0 0,-2 3-4,1 0 0,0-1 0,0 1 0,0 0-1,0 0 1,0 0 0,1 0 0,-1 5 0,-11 151 3,8-92 0,-111 1111-1688,90-975 1688,-16 113 0,40-311 0,-1-14 0,0-30 0,-39-576-203,-26-4-386,52 486 413,-73-591-336,85 698 520,3 19 12,-1 1-1,0-1 0,0 0 0,0 1 0,-1 0 0,0-1 0,-4-7 0,4 13 305,0 7-1,0 16 326,1 41 0,1-25-146,2 682-906,-2 272-524,-3-903 914,0-56 13,3-33 0,0 0 0,0 0 0,0-1 0,0 1 0,0 0 0,0 0 0,0 0 0,0 0 0,0 0 0,0 0 0,0 0 0,-1 0 0,1 0 0,0 0 0,0 0 0,0 0 0,0 0 0,0 0 0,0 0 0,0 0 0,0 0 0,0 0 0,0 0 0,0 0 0,0 0 0,0 0 0,0 0 0,0 0 0,0 0 0,-1 1 0,1-1 0,0 0 0,0 0 0,0 0 0,0 0 0,0 0 0,0 0 0,0 0 0,0 0 0,0 0 0,-2-19 0,-10-244 0,-1-30 0,-3 93 914,-57-279 0,70 467-896,3 8-14,-1 0 1,1 1 0,-1-1 0,0 1-1,0-1 1,0 1 0,-1-1-1,1 1 1,-1 0 0,0 0 0,-4-6-1,6 9-4,0 0 0,-1 0 0,1 0 0,0 0 0,0 0 0,-1 0 0,1 0 0,0 0 0,0 0 0,-1 0 0,1 0 0,0 0 0,0 0 0,0 1 0,-1-1 0,1 0 0,0 0 0,0 0 0,0 0 0,-1 0 0,1 1 0,0-1 0,0 0 0,0 0 0,0 0 0,0 1 0,-1-1 0,1 0 0,0 0 0,0 0 0,0 1 0,0-1 0,0 0 0,0 0 0,0 1 0,0-1 0,0 0 0,0 0 0,0 1 0,0-1 0,0 0 0,0 0 0,0 1 0,0-1 0,0 0 0,-2 15 0,0-1 0,1 1 0,1 24 0,0-4 0,0 507-267,-9 398-340,5-897 607,2-101 0,0-1771-2963,4 903 1757,-2 1049 2583,0 49 390,0 1937-2393,0-2262 996,0-1703 592,0 1980-962,0 1626-1374,1-2292 1896,-3-486 866,2 997-1388,0 18 0,0-1 0,0 1 0,-2 0 0,-2-15 0,2 27 0,0 13 0,-3 131 0,5-100 0,-1 657-654,0 34 382,1-698 272,0-25 0,0 1 0,0-1 0,-1 0 0,-4 22 0,3-31 0,0-9 0,-3-43 360,3-73-1,3 58 241,-1-382-275,-1-157-386,-2 548 61,1 41 0,0 13 0,-1 29 0,-5 477 3,9-327-193,-1 1071-746,1-1528 936,-2-451 0,-6 572 936,5 145-749,0 19-140,0 29-94,-4 752-1525,7-479 1193,-1-32 379,0-50 0,1 24 0,-1-231 0,0-24 0,0-32 0,0-769 2087,0 325-3588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27D4E-3161-B1E8-BC12-CBE6A840D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95A463-0866-60A9-3C97-08804719E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670F7-A02A-2287-EE29-E8979322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9B860-F546-3DD2-9597-25D32052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77952-9C6F-FDFE-2865-9E7F3B50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0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193F3-2116-6C73-FDAF-CB30FDB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5019F-C07F-97C6-3333-0E10EC6A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89143-DD48-1975-DC14-6AB7F460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9359F0-C254-0329-83F6-12788E8A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A9AD0-827B-26A5-5006-C821107C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46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2ED90-58CF-4D65-F030-7A2D0F4F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959788-4EA7-7EA6-BA21-A847E34B1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26391-CAE9-9024-E241-AC83A2A9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2381B9-FB74-52C0-B258-856CBE99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DAF74-BB15-3FF3-3FC6-5BC53981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30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0DCAD-38AA-2055-E990-E6FBA193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3CB9CD-3074-59FC-019D-7F715402C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054D7-4D4E-BB9E-ABA7-BA5972C86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569957-DA52-EA59-8A2C-A50F0CF6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690543-1088-130F-6D4D-B74BEEA7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783B33-6D70-BD1F-8B36-2788003A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FA6A7-AD91-F3B4-EA92-74271582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9FA2B4-78B3-7EBA-B569-644012A32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D2EAB3-091B-2CE3-CECD-06340766B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1CB62A-A1BC-306E-434F-84995D42C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CAF774-F052-AB76-721D-D2357E791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EB6C15-CD6E-9958-D3A3-BC4E1887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AC308A-DBE0-088B-F31B-E9A0BDE5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867349-5B2D-8523-23BE-1EDF1513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42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20216-3B2D-F5BD-5F5B-2A425FE5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C6F4C8-C8C6-2E34-82B0-5CACC72C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798504-EFB5-8543-659B-638F379B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E1AEED-3931-D73A-0432-70249638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7A7D8D-30CF-C1E1-62D1-A01A6C3D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5686A5-97C1-1A8A-7953-13EC1C1C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29730-0FF0-B237-AA8A-B979B517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2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57FAA-5661-553A-45BC-4BA6C186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996C9-CF15-51F5-73AF-357E1633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417EE7-FD75-FEBE-C89C-83FF18693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951C2E-980A-1B62-28D7-965E77CB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7B02B4-1958-D3E5-745A-5E228B87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BB1BDC-370F-75D7-AC50-3CEE8E14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06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8C1BA-73DB-9227-489D-F6408D6B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7A98B3-B83F-0D03-C4F5-F77E78059F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16D7CE-E8C3-2949-251A-F9361F10E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BEE5D2-A856-B587-EA41-8DA87656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6F965F-0AEB-9761-BA20-595F5874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C2C87D-95A3-9A08-8C69-62FD96BD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91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D0E3C-C843-00A7-53E3-211BAD64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5F900E-C702-D70D-62E7-90592B23D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B1271-DD4A-E2B0-459B-E96D1DFF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E9CE8-89C7-AC21-0E3A-C0EE8941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2925C2-FD2C-B233-0064-8DA03F59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43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CCF930-8DAE-44F2-2364-008100E99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62ECB5-CEE1-C8EF-6AA4-F8F103208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C3491-83D8-0BF8-5C1B-4B41AE9E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D798-DEE8-0B29-D0AA-AD570E4AB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7783E-DFA8-F830-90A2-450C6B4A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3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F14303-7510-E2AA-BF62-7953A685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A91D8D-A68A-4E01-8D70-3BFC60EF0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C53556-BC0A-F92E-B91B-11D0B2136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25431-98D3-4C9D-9CC0-2F017AE8693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964F21-D4E6-835A-CFFC-E703E46DA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19958-838F-3897-BBE8-5B660A084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A1210-A3ED-4245-910B-508DB4F2C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3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image" Target="../media/image20.png"/><Relationship Id="rId47" Type="http://schemas.openxmlformats.org/officeDocument/2006/relationships/customXml" Target="../ink/ink25.xml"/><Relationship Id="rId63" Type="http://schemas.openxmlformats.org/officeDocument/2006/relationships/customXml" Target="../ink/ink34.xml"/><Relationship Id="rId68" Type="http://schemas.openxmlformats.org/officeDocument/2006/relationships/image" Target="../media/image31.png"/><Relationship Id="rId84" Type="http://schemas.openxmlformats.org/officeDocument/2006/relationships/image" Target="../media/image39.png"/><Relationship Id="rId89" Type="http://schemas.openxmlformats.org/officeDocument/2006/relationships/customXml" Target="../ink/ink47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customXml" Target="../ink/ink29.xml"/><Relationship Id="rId58" Type="http://schemas.openxmlformats.org/officeDocument/2006/relationships/image" Target="../media/image26.png"/><Relationship Id="rId74" Type="http://schemas.openxmlformats.org/officeDocument/2006/relationships/image" Target="../media/image34.png"/><Relationship Id="rId79" Type="http://schemas.openxmlformats.org/officeDocument/2006/relationships/customXml" Target="../ink/ink42.xml"/><Relationship Id="rId5" Type="http://schemas.openxmlformats.org/officeDocument/2006/relationships/image" Target="../media/image2.png"/><Relationship Id="rId90" Type="http://schemas.openxmlformats.org/officeDocument/2006/relationships/image" Target="../media/image42.png"/><Relationship Id="rId95" Type="http://schemas.openxmlformats.org/officeDocument/2006/relationships/customXml" Target="../ink/ink50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2.xml"/><Relationship Id="rId48" Type="http://schemas.openxmlformats.org/officeDocument/2006/relationships/customXml" Target="../ink/ink26.xml"/><Relationship Id="rId64" Type="http://schemas.openxmlformats.org/officeDocument/2006/relationships/image" Target="../media/image29.png"/><Relationship Id="rId69" Type="http://schemas.openxmlformats.org/officeDocument/2006/relationships/customXml" Target="../ink/ink37.xml"/><Relationship Id="rId8" Type="http://schemas.openxmlformats.org/officeDocument/2006/relationships/customXml" Target="../ink/ink4.xml"/><Relationship Id="rId51" Type="http://schemas.openxmlformats.org/officeDocument/2006/relationships/image" Target="../media/image23.png"/><Relationship Id="rId72" Type="http://schemas.openxmlformats.org/officeDocument/2006/relationships/image" Target="../media/image33.png"/><Relationship Id="rId80" Type="http://schemas.openxmlformats.org/officeDocument/2006/relationships/image" Target="../media/image37.png"/><Relationship Id="rId85" Type="http://schemas.openxmlformats.org/officeDocument/2006/relationships/customXml" Target="../ink/ink45.xml"/><Relationship Id="rId93" Type="http://schemas.openxmlformats.org/officeDocument/2006/relationships/customXml" Target="../ink/ink49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4.xml"/><Relationship Id="rId59" Type="http://schemas.openxmlformats.org/officeDocument/2006/relationships/customXml" Target="../ink/ink32.xml"/><Relationship Id="rId67" Type="http://schemas.openxmlformats.org/officeDocument/2006/relationships/customXml" Target="../ink/ink36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54" Type="http://schemas.openxmlformats.org/officeDocument/2006/relationships/image" Target="../media/image24.png"/><Relationship Id="rId62" Type="http://schemas.openxmlformats.org/officeDocument/2006/relationships/image" Target="../media/image28.png"/><Relationship Id="rId70" Type="http://schemas.openxmlformats.org/officeDocument/2006/relationships/image" Target="../media/image32.png"/><Relationship Id="rId75" Type="http://schemas.openxmlformats.org/officeDocument/2006/relationships/customXml" Target="../ink/ink40.xml"/><Relationship Id="rId83" Type="http://schemas.openxmlformats.org/officeDocument/2006/relationships/customXml" Target="../ink/ink44.xml"/><Relationship Id="rId88" Type="http://schemas.openxmlformats.org/officeDocument/2006/relationships/image" Target="../media/image41.png"/><Relationship Id="rId91" Type="http://schemas.openxmlformats.org/officeDocument/2006/relationships/customXml" Target="../ink/ink48.xml"/><Relationship Id="rId9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2.png"/><Relationship Id="rId57" Type="http://schemas.openxmlformats.org/officeDocument/2006/relationships/customXml" Target="../ink/ink31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image" Target="../media/image21.png"/><Relationship Id="rId52" Type="http://schemas.openxmlformats.org/officeDocument/2006/relationships/customXml" Target="../ink/ink28.xml"/><Relationship Id="rId60" Type="http://schemas.openxmlformats.org/officeDocument/2006/relationships/image" Target="../media/image27.png"/><Relationship Id="rId65" Type="http://schemas.openxmlformats.org/officeDocument/2006/relationships/customXml" Target="../ink/ink35.xml"/><Relationship Id="rId73" Type="http://schemas.openxmlformats.org/officeDocument/2006/relationships/customXml" Target="../ink/ink39.xml"/><Relationship Id="rId78" Type="http://schemas.openxmlformats.org/officeDocument/2006/relationships/image" Target="../media/image36.png"/><Relationship Id="rId81" Type="http://schemas.openxmlformats.org/officeDocument/2006/relationships/customXml" Target="../ink/ink43.xml"/><Relationship Id="rId86" Type="http://schemas.openxmlformats.org/officeDocument/2006/relationships/image" Target="../media/image40.png"/><Relationship Id="rId94" Type="http://schemas.openxmlformats.org/officeDocument/2006/relationships/image" Target="../media/image4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7.xml"/><Relationship Id="rId55" Type="http://schemas.openxmlformats.org/officeDocument/2006/relationships/customXml" Target="../ink/ink30.xml"/><Relationship Id="rId76" Type="http://schemas.openxmlformats.org/officeDocument/2006/relationships/image" Target="../media/image35.png"/><Relationship Id="rId7" Type="http://schemas.openxmlformats.org/officeDocument/2006/relationships/image" Target="../media/image3.png"/><Relationship Id="rId71" Type="http://schemas.openxmlformats.org/officeDocument/2006/relationships/customXml" Target="../ink/ink38.xml"/><Relationship Id="rId92" Type="http://schemas.openxmlformats.org/officeDocument/2006/relationships/image" Target="../media/image43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customXml" Target="../ink/ink23.xml"/><Relationship Id="rId66" Type="http://schemas.openxmlformats.org/officeDocument/2006/relationships/image" Target="../media/image30.png"/><Relationship Id="rId87" Type="http://schemas.openxmlformats.org/officeDocument/2006/relationships/customXml" Target="../ink/ink46.xml"/><Relationship Id="rId61" Type="http://schemas.openxmlformats.org/officeDocument/2006/relationships/customXml" Target="../ink/ink33.xml"/><Relationship Id="rId82" Type="http://schemas.openxmlformats.org/officeDocument/2006/relationships/image" Target="../media/image38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image" Target="../media/image25.png"/><Relationship Id="rId77" Type="http://schemas.openxmlformats.org/officeDocument/2006/relationships/customXml" Target="../ink/ink4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image" Target="../media/image16.png"/><Relationship Id="rId34" Type="http://schemas.openxmlformats.org/officeDocument/2006/relationships/image" Target="../media/image60.png"/><Relationship Id="rId42" Type="http://schemas.openxmlformats.org/officeDocument/2006/relationships/image" Target="../media/image64.png"/><Relationship Id="rId47" Type="http://schemas.openxmlformats.org/officeDocument/2006/relationships/customXml" Target="../ink/ink74.xml"/><Relationship Id="rId50" Type="http://schemas.openxmlformats.org/officeDocument/2006/relationships/image" Target="../media/image68.png"/><Relationship Id="rId55" Type="http://schemas.openxmlformats.org/officeDocument/2006/relationships/customXml" Target="../ink/ink78.xml"/><Relationship Id="rId63" Type="http://schemas.openxmlformats.org/officeDocument/2006/relationships/customXml" Target="../ink/ink82.xml"/><Relationship Id="rId68" Type="http://schemas.openxmlformats.org/officeDocument/2006/relationships/image" Target="../media/image77.png"/><Relationship Id="rId7" Type="http://schemas.openxmlformats.org/officeDocument/2006/relationships/image" Target="../media/image48.png"/><Relationship Id="rId2" Type="http://schemas.openxmlformats.org/officeDocument/2006/relationships/customXml" Target="../ink/ink51.xml"/><Relationship Id="rId16" Type="http://schemas.openxmlformats.org/officeDocument/2006/relationships/customXml" Target="../ink/ink58.xml"/><Relationship Id="rId29" Type="http://schemas.openxmlformats.org/officeDocument/2006/relationships/customXml" Target="../ink/ink65.xml"/><Relationship Id="rId11" Type="http://schemas.openxmlformats.org/officeDocument/2006/relationships/image" Target="../media/image50.png"/><Relationship Id="rId24" Type="http://schemas.openxmlformats.org/officeDocument/2006/relationships/customXml" Target="../ink/ink62.xml"/><Relationship Id="rId32" Type="http://schemas.openxmlformats.org/officeDocument/2006/relationships/image" Target="../media/image59.png"/><Relationship Id="rId37" Type="http://schemas.openxmlformats.org/officeDocument/2006/relationships/customXml" Target="../ink/ink69.xml"/><Relationship Id="rId40" Type="http://schemas.openxmlformats.org/officeDocument/2006/relationships/image" Target="../media/image63.png"/><Relationship Id="rId45" Type="http://schemas.openxmlformats.org/officeDocument/2006/relationships/customXml" Target="../ink/ink73.xml"/><Relationship Id="rId53" Type="http://schemas.openxmlformats.org/officeDocument/2006/relationships/customXml" Target="../ink/ink77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5" Type="http://schemas.openxmlformats.org/officeDocument/2006/relationships/image" Target="../media/image47.png"/><Relationship Id="rId61" Type="http://schemas.openxmlformats.org/officeDocument/2006/relationships/customXml" Target="../ink/ink81.xml"/><Relationship Id="rId19" Type="http://schemas.openxmlformats.org/officeDocument/2006/relationships/image" Target="../media/image54.png"/><Relationship Id="rId14" Type="http://schemas.openxmlformats.org/officeDocument/2006/relationships/customXml" Target="../ink/ink57.xml"/><Relationship Id="rId22" Type="http://schemas.openxmlformats.org/officeDocument/2006/relationships/customXml" Target="../ink/ink61.xml"/><Relationship Id="rId27" Type="http://schemas.openxmlformats.org/officeDocument/2006/relationships/customXml" Target="../ink/ink64.xml"/><Relationship Id="rId30" Type="http://schemas.openxmlformats.org/officeDocument/2006/relationships/image" Target="../media/image58.png"/><Relationship Id="rId35" Type="http://schemas.openxmlformats.org/officeDocument/2006/relationships/customXml" Target="../ink/ink68.xml"/><Relationship Id="rId43" Type="http://schemas.openxmlformats.org/officeDocument/2006/relationships/customXml" Target="../ink/ink72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8" Type="http://schemas.openxmlformats.org/officeDocument/2006/relationships/customXml" Target="../ink/ink54.xml"/><Relationship Id="rId51" Type="http://schemas.openxmlformats.org/officeDocument/2006/relationships/customXml" Target="../ink/ink76.xml"/><Relationship Id="rId3" Type="http://schemas.openxmlformats.org/officeDocument/2006/relationships/image" Target="../media/image46.png"/><Relationship Id="rId12" Type="http://schemas.openxmlformats.org/officeDocument/2006/relationships/customXml" Target="../ink/ink56.xml"/><Relationship Id="rId17" Type="http://schemas.openxmlformats.org/officeDocument/2006/relationships/image" Target="../media/image53.png"/><Relationship Id="rId25" Type="http://schemas.openxmlformats.org/officeDocument/2006/relationships/image" Target="../media/image56.png"/><Relationship Id="rId33" Type="http://schemas.openxmlformats.org/officeDocument/2006/relationships/customXml" Target="../ink/ink67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80.xml"/><Relationship Id="rId67" Type="http://schemas.openxmlformats.org/officeDocument/2006/relationships/customXml" Target="../ink/ink84.xml"/><Relationship Id="rId20" Type="http://schemas.openxmlformats.org/officeDocument/2006/relationships/customXml" Target="../ink/ink60.xml"/><Relationship Id="rId41" Type="http://schemas.openxmlformats.org/officeDocument/2006/relationships/customXml" Target="../ink/ink71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.xml"/><Relationship Id="rId15" Type="http://schemas.openxmlformats.org/officeDocument/2006/relationships/image" Target="../media/image52.png"/><Relationship Id="rId23" Type="http://schemas.openxmlformats.org/officeDocument/2006/relationships/image" Target="../media/image55.png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75.xml"/><Relationship Id="rId57" Type="http://schemas.openxmlformats.org/officeDocument/2006/relationships/customXml" Target="../ink/ink79.xml"/><Relationship Id="rId10" Type="http://schemas.openxmlformats.org/officeDocument/2006/relationships/customXml" Target="../ink/ink55.xml"/><Relationship Id="rId31" Type="http://schemas.openxmlformats.org/officeDocument/2006/relationships/customXml" Target="../ink/ink66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83.xml"/><Relationship Id="rId4" Type="http://schemas.openxmlformats.org/officeDocument/2006/relationships/customXml" Target="../ink/ink52.xml"/><Relationship Id="rId9" Type="http://schemas.openxmlformats.org/officeDocument/2006/relationships/image" Target="../media/image49.png"/><Relationship Id="rId13" Type="http://schemas.openxmlformats.org/officeDocument/2006/relationships/image" Target="../media/image51.png"/><Relationship Id="rId18" Type="http://schemas.openxmlformats.org/officeDocument/2006/relationships/customXml" Target="../ink/ink59.xml"/><Relationship Id="rId39" Type="http://schemas.openxmlformats.org/officeDocument/2006/relationships/customXml" Target="../ink/ink70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customXml" Target="../ink/ink93.xml"/><Relationship Id="rId26" Type="http://schemas.openxmlformats.org/officeDocument/2006/relationships/customXml" Target="../ink/ink97.xml"/><Relationship Id="rId39" Type="http://schemas.openxmlformats.org/officeDocument/2006/relationships/image" Target="../media/image95.png"/><Relationship Id="rId21" Type="http://schemas.openxmlformats.org/officeDocument/2006/relationships/image" Target="../media/image86.png"/><Relationship Id="rId34" Type="http://schemas.openxmlformats.org/officeDocument/2006/relationships/customXml" Target="../ink/ink101.xml"/><Relationship Id="rId7" Type="http://schemas.openxmlformats.org/officeDocument/2006/relationships/image" Target="../media/image80.png"/><Relationship Id="rId12" Type="http://schemas.openxmlformats.org/officeDocument/2006/relationships/customXml" Target="../ink/ink90.xml"/><Relationship Id="rId17" Type="http://schemas.openxmlformats.org/officeDocument/2006/relationships/image" Target="../media/image84.png"/><Relationship Id="rId25" Type="http://schemas.openxmlformats.org/officeDocument/2006/relationships/image" Target="../media/image88.png"/><Relationship Id="rId33" Type="http://schemas.openxmlformats.org/officeDocument/2006/relationships/image" Target="../media/image92.png"/><Relationship Id="rId38" Type="http://schemas.openxmlformats.org/officeDocument/2006/relationships/customXml" Target="../ink/ink103.xml"/><Relationship Id="rId2" Type="http://schemas.openxmlformats.org/officeDocument/2006/relationships/customXml" Target="../ink/ink85.xml"/><Relationship Id="rId16" Type="http://schemas.openxmlformats.org/officeDocument/2006/relationships/customXml" Target="../ink/ink92.xml"/><Relationship Id="rId20" Type="http://schemas.openxmlformats.org/officeDocument/2006/relationships/customXml" Target="../ink/ink94.xml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7.xml"/><Relationship Id="rId11" Type="http://schemas.openxmlformats.org/officeDocument/2006/relationships/image" Target="../media/image81.png"/><Relationship Id="rId24" Type="http://schemas.openxmlformats.org/officeDocument/2006/relationships/customXml" Target="../ink/ink96.xml"/><Relationship Id="rId32" Type="http://schemas.openxmlformats.org/officeDocument/2006/relationships/customXml" Target="../ink/ink100.xml"/><Relationship Id="rId37" Type="http://schemas.openxmlformats.org/officeDocument/2006/relationships/image" Target="../media/image94.png"/><Relationship Id="rId5" Type="http://schemas.openxmlformats.org/officeDocument/2006/relationships/image" Target="../media/image79.png"/><Relationship Id="rId15" Type="http://schemas.openxmlformats.org/officeDocument/2006/relationships/image" Target="../media/image83.png"/><Relationship Id="rId23" Type="http://schemas.openxmlformats.org/officeDocument/2006/relationships/image" Target="../media/image87.png"/><Relationship Id="rId28" Type="http://schemas.openxmlformats.org/officeDocument/2006/relationships/customXml" Target="../ink/ink98.xml"/><Relationship Id="rId36" Type="http://schemas.openxmlformats.org/officeDocument/2006/relationships/customXml" Target="../ink/ink102.xml"/><Relationship Id="rId10" Type="http://schemas.openxmlformats.org/officeDocument/2006/relationships/customXml" Target="../ink/ink89.xml"/><Relationship Id="rId19" Type="http://schemas.openxmlformats.org/officeDocument/2006/relationships/image" Target="../media/image85.png"/><Relationship Id="rId31" Type="http://schemas.openxmlformats.org/officeDocument/2006/relationships/image" Target="../media/image91.png"/><Relationship Id="rId4" Type="http://schemas.openxmlformats.org/officeDocument/2006/relationships/customXml" Target="../ink/ink86.xml"/><Relationship Id="rId9" Type="http://schemas.openxmlformats.org/officeDocument/2006/relationships/image" Target="../media/image16.png"/><Relationship Id="rId14" Type="http://schemas.openxmlformats.org/officeDocument/2006/relationships/customXml" Target="../ink/ink91.xml"/><Relationship Id="rId22" Type="http://schemas.openxmlformats.org/officeDocument/2006/relationships/customXml" Target="../ink/ink95.xml"/><Relationship Id="rId27" Type="http://schemas.openxmlformats.org/officeDocument/2006/relationships/image" Target="../media/image89.png"/><Relationship Id="rId30" Type="http://schemas.openxmlformats.org/officeDocument/2006/relationships/customXml" Target="../ink/ink99.xml"/><Relationship Id="rId35" Type="http://schemas.openxmlformats.org/officeDocument/2006/relationships/image" Target="../media/image93.png"/><Relationship Id="rId8" Type="http://schemas.openxmlformats.org/officeDocument/2006/relationships/customXml" Target="../ink/ink88.xml"/><Relationship Id="rId3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.png"/><Relationship Id="rId21" Type="http://schemas.openxmlformats.org/officeDocument/2006/relationships/image" Target="../media/image105.png"/><Relationship Id="rId42" Type="http://schemas.openxmlformats.org/officeDocument/2006/relationships/customXml" Target="../ink/ink124.xml"/><Relationship Id="rId63" Type="http://schemas.openxmlformats.org/officeDocument/2006/relationships/image" Target="../media/image126.png"/><Relationship Id="rId84" Type="http://schemas.openxmlformats.org/officeDocument/2006/relationships/customXml" Target="../ink/ink145.xml"/><Relationship Id="rId138" Type="http://schemas.openxmlformats.org/officeDocument/2006/relationships/customXml" Target="../ink/ink172.xml"/><Relationship Id="rId159" Type="http://schemas.openxmlformats.org/officeDocument/2006/relationships/image" Target="../media/image174.png"/><Relationship Id="rId170" Type="http://schemas.openxmlformats.org/officeDocument/2006/relationships/customXml" Target="../ink/ink188.xml"/><Relationship Id="rId191" Type="http://schemas.openxmlformats.org/officeDocument/2006/relationships/image" Target="../media/image190.png"/><Relationship Id="rId205" Type="http://schemas.openxmlformats.org/officeDocument/2006/relationships/image" Target="../media/image197.png"/><Relationship Id="rId226" Type="http://schemas.openxmlformats.org/officeDocument/2006/relationships/customXml" Target="../ink/ink216.xml"/><Relationship Id="rId247" Type="http://schemas.openxmlformats.org/officeDocument/2006/relationships/image" Target="../media/image218.png"/><Relationship Id="rId107" Type="http://schemas.openxmlformats.org/officeDocument/2006/relationships/image" Target="../media/image148.png"/><Relationship Id="rId11" Type="http://schemas.openxmlformats.org/officeDocument/2006/relationships/image" Target="../media/image100.png"/><Relationship Id="rId32" Type="http://schemas.openxmlformats.org/officeDocument/2006/relationships/customXml" Target="../ink/ink119.xml"/><Relationship Id="rId53" Type="http://schemas.openxmlformats.org/officeDocument/2006/relationships/image" Target="../media/image121.png"/><Relationship Id="rId74" Type="http://schemas.openxmlformats.org/officeDocument/2006/relationships/customXml" Target="../ink/ink140.xml"/><Relationship Id="rId128" Type="http://schemas.openxmlformats.org/officeDocument/2006/relationships/customXml" Target="../ink/ink167.xml"/><Relationship Id="rId149" Type="http://schemas.openxmlformats.org/officeDocument/2006/relationships/image" Target="../media/image169.png"/><Relationship Id="rId5" Type="http://schemas.openxmlformats.org/officeDocument/2006/relationships/image" Target="../media/image97.png"/><Relationship Id="rId95" Type="http://schemas.openxmlformats.org/officeDocument/2006/relationships/image" Target="../media/image142.png"/><Relationship Id="rId160" Type="http://schemas.openxmlformats.org/officeDocument/2006/relationships/customXml" Target="../ink/ink183.xml"/><Relationship Id="rId181" Type="http://schemas.openxmlformats.org/officeDocument/2006/relationships/image" Target="../media/image185.png"/><Relationship Id="rId216" Type="http://schemas.openxmlformats.org/officeDocument/2006/relationships/customXml" Target="../ink/ink211.xml"/><Relationship Id="rId237" Type="http://schemas.openxmlformats.org/officeDocument/2006/relationships/image" Target="../media/image213.png"/><Relationship Id="rId22" Type="http://schemas.openxmlformats.org/officeDocument/2006/relationships/customXml" Target="../ink/ink114.xml"/><Relationship Id="rId43" Type="http://schemas.openxmlformats.org/officeDocument/2006/relationships/image" Target="../media/image116.png"/><Relationship Id="rId64" Type="http://schemas.openxmlformats.org/officeDocument/2006/relationships/customXml" Target="../ink/ink135.xml"/><Relationship Id="rId118" Type="http://schemas.openxmlformats.org/officeDocument/2006/relationships/customXml" Target="../ink/ink162.xml"/><Relationship Id="rId139" Type="http://schemas.openxmlformats.org/officeDocument/2006/relationships/image" Target="../media/image164.png"/><Relationship Id="rId85" Type="http://schemas.openxmlformats.org/officeDocument/2006/relationships/image" Target="../media/image137.png"/><Relationship Id="rId150" Type="http://schemas.openxmlformats.org/officeDocument/2006/relationships/customXml" Target="../ink/ink178.xml"/><Relationship Id="rId171" Type="http://schemas.openxmlformats.org/officeDocument/2006/relationships/image" Target="../media/image180.png"/><Relationship Id="rId192" Type="http://schemas.openxmlformats.org/officeDocument/2006/relationships/customXml" Target="../ink/ink199.xml"/><Relationship Id="rId206" Type="http://schemas.openxmlformats.org/officeDocument/2006/relationships/customXml" Target="../ink/ink206.xml"/><Relationship Id="rId227" Type="http://schemas.openxmlformats.org/officeDocument/2006/relationships/image" Target="../media/image208.png"/><Relationship Id="rId248" Type="http://schemas.openxmlformats.org/officeDocument/2006/relationships/customXml" Target="../ink/ink227.xml"/><Relationship Id="rId12" Type="http://schemas.openxmlformats.org/officeDocument/2006/relationships/customXml" Target="../ink/ink109.xml"/><Relationship Id="rId33" Type="http://schemas.openxmlformats.org/officeDocument/2006/relationships/image" Target="../media/image111.png"/><Relationship Id="rId108" Type="http://schemas.openxmlformats.org/officeDocument/2006/relationships/customXml" Target="../ink/ink157.xml"/><Relationship Id="rId129" Type="http://schemas.openxmlformats.org/officeDocument/2006/relationships/image" Target="../media/image159.png"/><Relationship Id="rId54" Type="http://schemas.openxmlformats.org/officeDocument/2006/relationships/customXml" Target="../ink/ink130.xml"/><Relationship Id="rId75" Type="http://schemas.openxmlformats.org/officeDocument/2006/relationships/image" Target="../media/image132.png"/><Relationship Id="rId96" Type="http://schemas.openxmlformats.org/officeDocument/2006/relationships/customXml" Target="../ink/ink151.xml"/><Relationship Id="rId140" Type="http://schemas.openxmlformats.org/officeDocument/2006/relationships/customXml" Target="../ink/ink173.xml"/><Relationship Id="rId161" Type="http://schemas.openxmlformats.org/officeDocument/2006/relationships/image" Target="../media/image175.png"/><Relationship Id="rId182" Type="http://schemas.openxmlformats.org/officeDocument/2006/relationships/customXml" Target="../ink/ink194.xml"/><Relationship Id="rId217" Type="http://schemas.openxmlformats.org/officeDocument/2006/relationships/image" Target="../media/image203.png"/><Relationship Id="rId6" Type="http://schemas.openxmlformats.org/officeDocument/2006/relationships/customXml" Target="../ink/ink106.xml"/><Relationship Id="rId238" Type="http://schemas.openxmlformats.org/officeDocument/2006/relationships/customXml" Target="../ink/ink222.xml"/><Relationship Id="rId23" Type="http://schemas.openxmlformats.org/officeDocument/2006/relationships/image" Target="../media/image106.png"/><Relationship Id="rId119" Type="http://schemas.openxmlformats.org/officeDocument/2006/relationships/image" Target="../media/image154.png"/><Relationship Id="rId44" Type="http://schemas.openxmlformats.org/officeDocument/2006/relationships/customXml" Target="../ink/ink125.xml"/><Relationship Id="rId65" Type="http://schemas.openxmlformats.org/officeDocument/2006/relationships/image" Target="../media/image127.png"/><Relationship Id="rId86" Type="http://schemas.openxmlformats.org/officeDocument/2006/relationships/customXml" Target="../ink/ink146.xml"/><Relationship Id="rId130" Type="http://schemas.openxmlformats.org/officeDocument/2006/relationships/customXml" Target="../ink/ink168.xml"/><Relationship Id="rId151" Type="http://schemas.openxmlformats.org/officeDocument/2006/relationships/image" Target="../media/image170.png"/><Relationship Id="rId172" Type="http://schemas.openxmlformats.org/officeDocument/2006/relationships/customXml" Target="../ink/ink189.xml"/><Relationship Id="rId193" Type="http://schemas.openxmlformats.org/officeDocument/2006/relationships/image" Target="../media/image191.png"/><Relationship Id="rId207" Type="http://schemas.openxmlformats.org/officeDocument/2006/relationships/image" Target="../media/image198.png"/><Relationship Id="rId228" Type="http://schemas.openxmlformats.org/officeDocument/2006/relationships/customXml" Target="../ink/ink217.xml"/><Relationship Id="rId249" Type="http://schemas.openxmlformats.org/officeDocument/2006/relationships/image" Target="../media/image219.png"/><Relationship Id="rId13" Type="http://schemas.openxmlformats.org/officeDocument/2006/relationships/image" Target="../media/image101.png"/><Relationship Id="rId109" Type="http://schemas.openxmlformats.org/officeDocument/2006/relationships/image" Target="../media/image149.png"/><Relationship Id="rId34" Type="http://schemas.openxmlformats.org/officeDocument/2006/relationships/customXml" Target="../ink/ink120.xml"/><Relationship Id="rId55" Type="http://schemas.openxmlformats.org/officeDocument/2006/relationships/image" Target="../media/image122.png"/><Relationship Id="rId76" Type="http://schemas.openxmlformats.org/officeDocument/2006/relationships/customXml" Target="../ink/ink141.xml"/><Relationship Id="rId97" Type="http://schemas.openxmlformats.org/officeDocument/2006/relationships/image" Target="../media/image143.png"/><Relationship Id="rId120" Type="http://schemas.openxmlformats.org/officeDocument/2006/relationships/customXml" Target="../ink/ink163.xml"/><Relationship Id="rId141" Type="http://schemas.openxmlformats.org/officeDocument/2006/relationships/image" Target="../media/image165.png"/><Relationship Id="rId7" Type="http://schemas.openxmlformats.org/officeDocument/2006/relationships/image" Target="../media/image98.png"/><Relationship Id="rId162" Type="http://schemas.openxmlformats.org/officeDocument/2006/relationships/customXml" Target="../ink/ink184.xml"/><Relationship Id="rId183" Type="http://schemas.openxmlformats.org/officeDocument/2006/relationships/image" Target="../media/image186.png"/><Relationship Id="rId218" Type="http://schemas.openxmlformats.org/officeDocument/2006/relationships/customXml" Target="../ink/ink212.xml"/><Relationship Id="rId239" Type="http://schemas.openxmlformats.org/officeDocument/2006/relationships/image" Target="../media/image214.png"/><Relationship Id="rId250" Type="http://schemas.openxmlformats.org/officeDocument/2006/relationships/customXml" Target="../ink/ink228.xml"/><Relationship Id="rId24" Type="http://schemas.openxmlformats.org/officeDocument/2006/relationships/customXml" Target="../ink/ink115.xml"/><Relationship Id="rId45" Type="http://schemas.openxmlformats.org/officeDocument/2006/relationships/image" Target="../media/image117.png"/><Relationship Id="rId66" Type="http://schemas.openxmlformats.org/officeDocument/2006/relationships/customXml" Target="../ink/ink136.xml"/><Relationship Id="rId87" Type="http://schemas.openxmlformats.org/officeDocument/2006/relationships/image" Target="../media/image138.png"/><Relationship Id="rId110" Type="http://schemas.openxmlformats.org/officeDocument/2006/relationships/customXml" Target="../ink/ink158.xml"/><Relationship Id="rId131" Type="http://schemas.openxmlformats.org/officeDocument/2006/relationships/image" Target="../media/image160.png"/><Relationship Id="rId152" Type="http://schemas.openxmlformats.org/officeDocument/2006/relationships/customXml" Target="../ink/ink179.xml"/><Relationship Id="rId173" Type="http://schemas.openxmlformats.org/officeDocument/2006/relationships/image" Target="../media/image181.png"/><Relationship Id="rId194" Type="http://schemas.openxmlformats.org/officeDocument/2006/relationships/customXml" Target="../ink/ink200.xml"/><Relationship Id="rId208" Type="http://schemas.openxmlformats.org/officeDocument/2006/relationships/customXml" Target="../ink/ink207.xml"/><Relationship Id="rId229" Type="http://schemas.openxmlformats.org/officeDocument/2006/relationships/image" Target="../media/image209.png"/><Relationship Id="rId240" Type="http://schemas.openxmlformats.org/officeDocument/2006/relationships/customXml" Target="../ink/ink223.xml"/><Relationship Id="rId14" Type="http://schemas.openxmlformats.org/officeDocument/2006/relationships/customXml" Target="../ink/ink110.xml"/><Relationship Id="rId35" Type="http://schemas.openxmlformats.org/officeDocument/2006/relationships/image" Target="../media/image112.png"/><Relationship Id="rId56" Type="http://schemas.openxmlformats.org/officeDocument/2006/relationships/customXml" Target="../ink/ink131.xml"/><Relationship Id="rId77" Type="http://schemas.openxmlformats.org/officeDocument/2006/relationships/image" Target="../media/image133.png"/><Relationship Id="rId100" Type="http://schemas.openxmlformats.org/officeDocument/2006/relationships/customXml" Target="../ink/ink153.xml"/><Relationship Id="rId8" Type="http://schemas.openxmlformats.org/officeDocument/2006/relationships/customXml" Target="../ink/ink107.xml"/><Relationship Id="rId98" Type="http://schemas.openxmlformats.org/officeDocument/2006/relationships/customXml" Target="../ink/ink152.xml"/><Relationship Id="rId121" Type="http://schemas.openxmlformats.org/officeDocument/2006/relationships/image" Target="../media/image155.png"/><Relationship Id="rId142" Type="http://schemas.openxmlformats.org/officeDocument/2006/relationships/customXml" Target="../ink/ink174.xml"/><Relationship Id="rId163" Type="http://schemas.openxmlformats.org/officeDocument/2006/relationships/image" Target="../media/image176.png"/><Relationship Id="rId184" Type="http://schemas.openxmlformats.org/officeDocument/2006/relationships/customXml" Target="../ink/ink195.xml"/><Relationship Id="rId219" Type="http://schemas.openxmlformats.org/officeDocument/2006/relationships/image" Target="../media/image204.png"/><Relationship Id="rId230" Type="http://schemas.openxmlformats.org/officeDocument/2006/relationships/customXml" Target="../ink/ink218.xml"/><Relationship Id="rId251" Type="http://schemas.openxmlformats.org/officeDocument/2006/relationships/image" Target="../media/image220.png"/><Relationship Id="rId25" Type="http://schemas.openxmlformats.org/officeDocument/2006/relationships/image" Target="../media/image107.png"/><Relationship Id="rId46" Type="http://schemas.openxmlformats.org/officeDocument/2006/relationships/customXml" Target="../ink/ink126.xml"/><Relationship Id="rId67" Type="http://schemas.openxmlformats.org/officeDocument/2006/relationships/image" Target="../media/image128.png"/><Relationship Id="rId88" Type="http://schemas.openxmlformats.org/officeDocument/2006/relationships/customXml" Target="../ink/ink147.xml"/><Relationship Id="rId111" Type="http://schemas.openxmlformats.org/officeDocument/2006/relationships/image" Target="../media/image150.png"/><Relationship Id="rId132" Type="http://schemas.openxmlformats.org/officeDocument/2006/relationships/customXml" Target="../ink/ink169.xml"/><Relationship Id="rId153" Type="http://schemas.openxmlformats.org/officeDocument/2006/relationships/image" Target="../media/image171.png"/><Relationship Id="rId174" Type="http://schemas.openxmlformats.org/officeDocument/2006/relationships/customXml" Target="../ink/ink190.xml"/><Relationship Id="rId195" Type="http://schemas.openxmlformats.org/officeDocument/2006/relationships/image" Target="../media/image192.png"/><Relationship Id="rId209" Type="http://schemas.openxmlformats.org/officeDocument/2006/relationships/image" Target="../media/image199.png"/><Relationship Id="rId220" Type="http://schemas.openxmlformats.org/officeDocument/2006/relationships/customXml" Target="../ink/ink213.xml"/><Relationship Id="rId241" Type="http://schemas.openxmlformats.org/officeDocument/2006/relationships/image" Target="../media/image215.png"/><Relationship Id="rId15" Type="http://schemas.openxmlformats.org/officeDocument/2006/relationships/image" Target="../media/image102.png"/><Relationship Id="rId36" Type="http://schemas.openxmlformats.org/officeDocument/2006/relationships/customXml" Target="../ink/ink121.xml"/><Relationship Id="rId57" Type="http://schemas.openxmlformats.org/officeDocument/2006/relationships/image" Target="../media/image123.png"/><Relationship Id="rId78" Type="http://schemas.openxmlformats.org/officeDocument/2006/relationships/customXml" Target="../ink/ink142.xml"/><Relationship Id="rId99" Type="http://schemas.openxmlformats.org/officeDocument/2006/relationships/image" Target="../media/image144.png"/><Relationship Id="rId101" Type="http://schemas.openxmlformats.org/officeDocument/2006/relationships/image" Target="../media/image145.png"/><Relationship Id="rId122" Type="http://schemas.openxmlformats.org/officeDocument/2006/relationships/customXml" Target="../ink/ink164.xml"/><Relationship Id="rId143" Type="http://schemas.openxmlformats.org/officeDocument/2006/relationships/image" Target="../media/image166.png"/><Relationship Id="rId164" Type="http://schemas.openxmlformats.org/officeDocument/2006/relationships/customXml" Target="../ink/ink185.xml"/><Relationship Id="rId185" Type="http://schemas.openxmlformats.org/officeDocument/2006/relationships/image" Target="../media/image187.png"/><Relationship Id="rId9" Type="http://schemas.openxmlformats.org/officeDocument/2006/relationships/image" Target="../media/image99.png"/><Relationship Id="rId210" Type="http://schemas.openxmlformats.org/officeDocument/2006/relationships/customXml" Target="../ink/ink208.xml"/><Relationship Id="rId26" Type="http://schemas.openxmlformats.org/officeDocument/2006/relationships/customXml" Target="../ink/ink116.xml"/><Relationship Id="rId231" Type="http://schemas.openxmlformats.org/officeDocument/2006/relationships/image" Target="../media/image210.png"/><Relationship Id="rId252" Type="http://schemas.openxmlformats.org/officeDocument/2006/relationships/customXml" Target="../ink/ink229.xml"/><Relationship Id="rId47" Type="http://schemas.openxmlformats.org/officeDocument/2006/relationships/image" Target="../media/image118.png"/><Relationship Id="rId68" Type="http://schemas.openxmlformats.org/officeDocument/2006/relationships/customXml" Target="../ink/ink137.xml"/><Relationship Id="rId89" Type="http://schemas.openxmlformats.org/officeDocument/2006/relationships/image" Target="../media/image139.png"/><Relationship Id="rId112" Type="http://schemas.openxmlformats.org/officeDocument/2006/relationships/customXml" Target="../ink/ink159.xml"/><Relationship Id="rId133" Type="http://schemas.openxmlformats.org/officeDocument/2006/relationships/image" Target="../media/image161.png"/><Relationship Id="rId154" Type="http://schemas.openxmlformats.org/officeDocument/2006/relationships/customXml" Target="../ink/ink180.xml"/><Relationship Id="rId175" Type="http://schemas.openxmlformats.org/officeDocument/2006/relationships/image" Target="../media/image182.png"/><Relationship Id="rId196" Type="http://schemas.openxmlformats.org/officeDocument/2006/relationships/customXml" Target="../ink/ink201.xml"/><Relationship Id="rId200" Type="http://schemas.openxmlformats.org/officeDocument/2006/relationships/customXml" Target="../ink/ink203.xml"/><Relationship Id="rId16" Type="http://schemas.openxmlformats.org/officeDocument/2006/relationships/customXml" Target="../ink/ink111.xml"/><Relationship Id="rId221" Type="http://schemas.openxmlformats.org/officeDocument/2006/relationships/image" Target="../media/image205.png"/><Relationship Id="rId242" Type="http://schemas.openxmlformats.org/officeDocument/2006/relationships/customXml" Target="../ink/ink224.xml"/><Relationship Id="rId37" Type="http://schemas.openxmlformats.org/officeDocument/2006/relationships/image" Target="../media/image113.png"/><Relationship Id="rId58" Type="http://schemas.openxmlformats.org/officeDocument/2006/relationships/customXml" Target="../ink/ink132.xml"/><Relationship Id="rId79" Type="http://schemas.openxmlformats.org/officeDocument/2006/relationships/image" Target="../media/image134.png"/><Relationship Id="rId102" Type="http://schemas.openxmlformats.org/officeDocument/2006/relationships/customXml" Target="../ink/ink154.xml"/><Relationship Id="rId123" Type="http://schemas.openxmlformats.org/officeDocument/2006/relationships/image" Target="../media/image156.png"/><Relationship Id="rId144" Type="http://schemas.openxmlformats.org/officeDocument/2006/relationships/customXml" Target="../ink/ink175.xml"/><Relationship Id="rId90" Type="http://schemas.openxmlformats.org/officeDocument/2006/relationships/customXml" Target="../ink/ink148.xml"/><Relationship Id="rId165" Type="http://schemas.openxmlformats.org/officeDocument/2006/relationships/image" Target="../media/image177.png"/><Relationship Id="rId186" Type="http://schemas.openxmlformats.org/officeDocument/2006/relationships/customXml" Target="../ink/ink196.xml"/><Relationship Id="rId211" Type="http://schemas.openxmlformats.org/officeDocument/2006/relationships/image" Target="../media/image200.png"/><Relationship Id="rId232" Type="http://schemas.openxmlformats.org/officeDocument/2006/relationships/customXml" Target="../ink/ink219.xml"/><Relationship Id="rId253" Type="http://schemas.openxmlformats.org/officeDocument/2006/relationships/image" Target="../media/image221.png"/><Relationship Id="rId27" Type="http://schemas.openxmlformats.org/officeDocument/2006/relationships/image" Target="../media/image108.png"/><Relationship Id="rId48" Type="http://schemas.openxmlformats.org/officeDocument/2006/relationships/customXml" Target="../ink/ink127.xml"/><Relationship Id="rId69" Type="http://schemas.openxmlformats.org/officeDocument/2006/relationships/image" Target="../media/image129.png"/><Relationship Id="rId113" Type="http://schemas.openxmlformats.org/officeDocument/2006/relationships/image" Target="../media/image151.png"/><Relationship Id="rId134" Type="http://schemas.openxmlformats.org/officeDocument/2006/relationships/customXml" Target="../ink/ink170.xml"/><Relationship Id="rId80" Type="http://schemas.openxmlformats.org/officeDocument/2006/relationships/customXml" Target="../ink/ink143.xml"/><Relationship Id="rId155" Type="http://schemas.openxmlformats.org/officeDocument/2006/relationships/image" Target="../media/image172.png"/><Relationship Id="rId176" Type="http://schemas.openxmlformats.org/officeDocument/2006/relationships/customXml" Target="../ink/ink191.xml"/><Relationship Id="rId197" Type="http://schemas.openxmlformats.org/officeDocument/2006/relationships/image" Target="../media/image193.png"/><Relationship Id="rId201" Type="http://schemas.openxmlformats.org/officeDocument/2006/relationships/image" Target="../media/image195.png"/><Relationship Id="rId222" Type="http://schemas.openxmlformats.org/officeDocument/2006/relationships/customXml" Target="../ink/ink214.xml"/><Relationship Id="rId243" Type="http://schemas.openxmlformats.org/officeDocument/2006/relationships/image" Target="../media/image216.png"/><Relationship Id="rId17" Type="http://schemas.openxmlformats.org/officeDocument/2006/relationships/image" Target="../media/image103.png"/><Relationship Id="rId38" Type="http://schemas.openxmlformats.org/officeDocument/2006/relationships/customXml" Target="../ink/ink122.xml"/><Relationship Id="rId59" Type="http://schemas.openxmlformats.org/officeDocument/2006/relationships/image" Target="../media/image124.png"/><Relationship Id="rId103" Type="http://schemas.openxmlformats.org/officeDocument/2006/relationships/image" Target="../media/image146.png"/><Relationship Id="rId124" Type="http://schemas.openxmlformats.org/officeDocument/2006/relationships/customXml" Target="../ink/ink165.xml"/><Relationship Id="rId70" Type="http://schemas.openxmlformats.org/officeDocument/2006/relationships/customXml" Target="../ink/ink138.xml"/><Relationship Id="rId91" Type="http://schemas.openxmlformats.org/officeDocument/2006/relationships/image" Target="../media/image140.png"/><Relationship Id="rId145" Type="http://schemas.openxmlformats.org/officeDocument/2006/relationships/image" Target="../media/image167.png"/><Relationship Id="rId166" Type="http://schemas.openxmlformats.org/officeDocument/2006/relationships/customXml" Target="../ink/ink186.xml"/><Relationship Id="rId187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9.xml"/><Relationship Id="rId233" Type="http://schemas.openxmlformats.org/officeDocument/2006/relationships/image" Target="../media/image211.png"/><Relationship Id="rId28" Type="http://schemas.openxmlformats.org/officeDocument/2006/relationships/customXml" Target="../ink/ink117.xml"/><Relationship Id="rId49" Type="http://schemas.openxmlformats.org/officeDocument/2006/relationships/image" Target="../media/image119.png"/><Relationship Id="rId114" Type="http://schemas.openxmlformats.org/officeDocument/2006/relationships/customXml" Target="../ink/ink160.xml"/><Relationship Id="rId60" Type="http://schemas.openxmlformats.org/officeDocument/2006/relationships/customXml" Target="../ink/ink133.xml"/><Relationship Id="rId81" Type="http://schemas.openxmlformats.org/officeDocument/2006/relationships/image" Target="../media/image135.png"/><Relationship Id="rId135" Type="http://schemas.openxmlformats.org/officeDocument/2006/relationships/image" Target="../media/image162.png"/><Relationship Id="rId156" Type="http://schemas.openxmlformats.org/officeDocument/2006/relationships/customXml" Target="../ink/ink181.xml"/><Relationship Id="rId177" Type="http://schemas.openxmlformats.org/officeDocument/2006/relationships/image" Target="../media/image183.png"/><Relationship Id="rId198" Type="http://schemas.openxmlformats.org/officeDocument/2006/relationships/customXml" Target="../ink/ink202.xml"/><Relationship Id="rId202" Type="http://schemas.openxmlformats.org/officeDocument/2006/relationships/customXml" Target="../ink/ink204.xml"/><Relationship Id="rId223" Type="http://schemas.openxmlformats.org/officeDocument/2006/relationships/image" Target="../media/image206.png"/><Relationship Id="rId244" Type="http://schemas.openxmlformats.org/officeDocument/2006/relationships/customXml" Target="../ink/ink225.xml"/><Relationship Id="rId18" Type="http://schemas.openxmlformats.org/officeDocument/2006/relationships/customXml" Target="../ink/ink112.xml"/><Relationship Id="rId39" Type="http://schemas.openxmlformats.org/officeDocument/2006/relationships/image" Target="../media/image114.png"/><Relationship Id="rId50" Type="http://schemas.openxmlformats.org/officeDocument/2006/relationships/customXml" Target="../ink/ink128.xml"/><Relationship Id="rId104" Type="http://schemas.openxmlformats.org/officeDocument/2006/relationships/customXml" Target="../ink/ink155.xml"/><Relationship Id="rId125" Type="http://schemas.openxmlformats.org/officeDocument/2006/relationships/image" Target="../media/image157.png"/><Relationship Id="rId146" Type="http://schemas.openxmlformats.org/officeDocument/2006/relationships/customXml" Target="../ink/ink176.xml"/><Relationship Id="rId167" Type="http://schemas.openxmlformats.org/officeDocument/2006/relationships/image" Target="../media/image178.png"/><Relationship Id="rId188" Type="http://schemas.openxmlformats.org/officeDocument/2006/relationships/customXml" Target="../ink/ink197.xml"/><Relationship Id="rId71" Type="http://schemas.openxmlformats.org/officeDocument/2006/relationships/image" Target="../media/image130.png"/><Relationship Id="rId92" Type="http://schemas.openxmlformats.org/officeDocument/2006/relationships/customXml" Target="../ink/ink149.xml"/><Relationship Id="rId213" Type="http://schemas.openxmlformats.org/officeDocument/2006/relationships/image" Target="../media/image201.png"/><Relationship Id="rId234" Type="http://schemas.openxmlformats.org/officeDocument/2006/relationships/customXml" Target="../ink/ink220.xml"/><Relationship Id="rId2" Type="http://schemas.openxmlformats.org/officeDocument/2006/relationships/customXml" Target="../ink/ink104.xml"/><Relationship Id="rId29" Type="http://schemas.openxmlformats.org/officeDocument/2006/relationships/image" Target="../media/image109.png"/><Relationship Id="rId40" Type="http://schemas.openxmlformats.org/officeDocument/2006/relationships/customXml" Target="../ink/ink123.xml"/><Relationship Id="rId115" Type="http://schemas.openxmlformats.org/officeDocument/2006/relationships/image" Target="../media/image152.png"/><Relationship Id="rId136" Type="http://schemas.openxmlformats.org/officeDocument/2006/relationships/customXml" Target="../ink/ink171.xml"/><Relationship Id="rId157" Type="http://schemas.openxmlformats.org/officeDocument/2006/relationships/image" Target="../media/image173.png"/><Relationship Id="rId178" Type="http://schemas.openxmlformats.org/officeDocument/2006/relationships/customXml" Target="../ink/ink192.xml"/><Relationship Id="rId61" Type="http://schemas.openxmlformats.org/officeDocument/2006/relationships/image" Target="../media/image125.png"/><Relationship Id="rId82" Type="http://schemas.openxmlformats.org/officeDocument/2006/relationships/customXml" Target="../ink/ink144.xml"/><Relationship Id="rId199" Type="http://schemas.openxmlformats.org/officeDocument/2006/relationships/image" Target="../media/image194.png"/><Relationship Id="rId203" Type="http://schemas.openxmlformats.org/officeDocument/2006/relationships/image" Target="../media/image196.png"/><Relationship Id="rId19" Type="http://schemas.openxmlformats.org/officeDocument/2006/relationships/image" Target="../media/image104.png"/><Relationship Id="rId224" Type="http://schemas.openxmlformats.org/officeDocument/2006/relationships/customXml" Target="../ink/ink215.xml"/><Relationship Id="rId245" Type="http://schemas.openxmlformats.org/officeDocument/2006/relationships/image" Target="../media/image217.png"/><Relationship Id="rId30" Type="http://schemas.openxmlformats.org/officeDocument/2006/relationships/customXml" Target="../ink/ink118.xml"/><Relationship Id="rId105" Type="http://schemas.openxmlformats.org/officeDocument/2006/relationships/image" Target="../media/image147.png"/><Relationship Id="rId126" Type="http://schemas.openxmlformats.org/officeDocument/2006/relationships/customXml" Target="../ink/ink166.xml"/><Relationship Id="rId147" Type="http://schemas.openxmlformats.org/officeDocument/2006/relationships/image" Target="../media/image168.png"/><Relationship Id="rId168" Type="http://schemas.openxmlformats.org/officeDocument/2006/relationships/customXml" Target="../ink/ink187.xml"/><Relationship Id="rId51" Type="http://schemas.openxmlformats.org/officeDocument/2006/relationships/image" Target="../media/image120.png"/><Relationship Id="rId72" Type="http://schemas.openxmlformats.org/officeDocument/2006/relationships/customXml" Target="../ink/ink139.xml"/><Relationship Id="rId93" Type="http://schemas.openxmlformats.org/officeDocument/2006/relationships/image" Target="../media/image141.png"/><Relationship Id="rId189" Type="http://schemas.openxmlformats.org/officeDocument/2006/relationships/image" Target="../media/image189.png"/><Relationship Id="rId3" Type="http://schemas.openxmlformats.org/officeDocument/2006/relationships/image" Target="../media/image96.png"/><Relationship Id="rId214" Type="http://schemas.openxmlformats.org/officeDocument/2006/relationships/customXml" Target="../ink/ink210.xml"/><Relationship Id="rId235" Type="http://schemas.openxmlformats.org/officeDocument/2006/relationships/image" Target="../media/image212.png"/><Relationship Id="rId116" Type="http://schemas.openxmlformats.org/officeDocument/2006/relationships/customXml" Target="../ink/ink161.xml"/><Relationship Id="rId137" Type="http://schemas.openxmlformats.org/officeDocument/2006/relationships/image" Target="../media/image163.png"/><Relationship Id="rId158" Type="http://schemas.openxmlformats.org/officeDocument/2006/relationships/customXml" Target="../ink/ink182.xml"/><Relationship Id="rId20" Type="http://schemas.openxmlformats.org/officeDocument/2006/relationships/customXml" Target="../ink/ink113.xml"/><Relationship Id="rId41" Type="http://schemas.openxmlformats.org/officeDocument/2006/relationships/image" Target="../media/image115.png"/><Relationship Id="rId62" Type="http://schemas.openxmlformats.org/officeDocument/2006/relationships/customXml" Target="../ink/ink134.xml"/><Relationship Id="rId83" Type="http://schemas.openxmlformats.org/officeDocument/2006/relationships/image" Target="../media/image136.png"/><Relationship Id="rId179" Type="http://schemas.openxmlformats.org/officeDocument/2006/relationships/image" Target="../media/image184.png"/><Relationship Id="rId190" Type="http://schemas.openxmlformats.org/officeDocument/2006/relationships/customXml" Target="../ink/ink198.xml"/><Relationship Id="rId204" Type="http://schemas.openxmlformats.org/officeDocument/2006/relationships/customXml" Target="../ink/ink205.xml"/><Relationship Id="rId225" Type="http://schemas.openxmlformats.org/officeDocument/2006/relationships/image" Target="../media/image207.png"/><Relationship Id="rId246" Type="http://schemas.openxmlformats.org/officeDocument/2006/relationships/customXml" Target="../ink/ink226.xml"/><Relationship Id="rId106" Type="http://schemas.openxmlformats.org/officeDocument/2006/relationships/customXml" Target="../ink/ink156.xml"/><Relationship Id="rId127" Type="http://schemas.openxmlformats.org/officeDocument/2006/relationships/image" Target="../media/image158.png"/><Relationship Id="rId10" Type="http://schemas.openxmlformats.org/officeDocument/2006/relationships/customXml" Target="../ink/ink108.xml"/><Relationship Id="rId31" Type="http://schemas.openxmlformats.org/officeDocument/2006/relationships/image" Target="../media/image110.png"/><Relationship Id="rId52" Type="http://schemas.openxmlformats.org/officeDocument/2006/relationships/customXml" Target="../ink/ink129.xml"/><Relationship Id="rId73" Type="http://schemas.openxmlformats.org/officeDocument/2006/relationships/image" Target="../media/image131.png"/><Relationship Id="rId94" Type="http://schemas.openxmlformats.org/officeDocument/2006/relationships/customXml" Target="../ink/ink150.xml"/><Relationship Id="rId148" Type="http://schemas.openxmlformats.org/officeDocument/2006/relationships/customXml" Target="../ink/ink177.xml"/><Relationship Id="rId169" Type="http://schemas.openxmlformats.org/officeDocument/2006/relationships/image" Target="../media/image179.png"/><Relationship Id="rId4" Type="http://schemas.openxmlformats.org/officeDocument/2006/relationships/customXml" Target="../ink/ink105.xml"/><Relationship Id="rId180" Type="http://schemas.openxmlformats.org/officeDocument/2006/relationships/customXml" Target="../ink/ink193.xml"/><Relationship Id="rId215" Type="http://schemas.openxmlformats.org/officeDocument/2006/relationships/image" Target="../media/image202.png"/><Relationship Id="rId236" Type="http://schemas.openxmlformats.org/officeDocument/2006/relationships/customXml" Target="../ink/ink2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60693-F70E-BF29-E561-4794160DE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85FDF8-01F9-635B-C01D-00A1B1C5F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68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C137004-D672-D5D6-1725-D98B4AA77E16}"/>
                  </a:ext>
                </a:extLst>
              </p14:cNvPr>
              <p14:cNvContentPartPr/>
              <p14:nvPr/>
            </p14:nvContentPartPr>
            <p14:xfrm>
              <a:off x="2334756" y="1295728"/>
              <a:ext cx="291960" cy="3546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C137004-D672-D5D6-1725-D98B4AA77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8636" y="1289608"/>
                <a:ext cx="3042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128564D-7098-F1B7-0AEF-C9EAEC638F90}"/>
                  </a:ext>
                </a:extLst>
              </p14:cNvPr>
              <p14:cNvContentPartPr/>
              <p14:nvPr/>
            </p14:nvContentPartPr>
            <p14:xfrm>
              <a:off x="1718076" y="895768"/>
              <a:ext cx="154080" cy="324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128564D-7098-F1B7-0AEF-C9EAEC638F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1956" y="889648"/>
                <a:ext cx="166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CE0A095-03C2-A53F-E0DC-03C49BB22F23}"/>
                  </a:ext>
                </a:extLst>
              </p14:cNvPr>
              <p14:cNvContentPartPr/>
              <p14:nvPr/>
            </p14:nvContentPartPr>
            <p14:xfrm>
              <a:off x="10064676" y="5512048"/>
              <a:ext cx="366120" cy="4287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CE0A095-03C2-A53F-E0DC-03C49BB22F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58556" y="5505928"/>
                <a:ext cx="3783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DB3F190-8C42-2481-6D6D-51146CD79DBF}"/>
                  </a:ext>
                </a:extLst>
              </p14:cNvPr>
              <p14:cNvContentPartPr/>
              <p14:nvPr/>
            </p14:nvContentPartPr>
            <p14:xfrm>
              <a:off x="2483436" y="1494808"/>
              <a:ext cx="2670480" cy="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DB3F190-8C42-2481-6D6D-51146CD79D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77316" y="1488688"/>
                <a:ext cx="26827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FB7BBD99-3DF1-961F-BD6D-C3C9AC389184}"/>
              </a:ext>
            </a:extLst>
          </p:cNvPr>
          <p:cNvGrpSpPr/>
          <p:nvPr/>
        </p:nvGrpSpPr>
        <p:grpSpPr>
          <a:xfrm>
            <a:off x="1562916" y="228328"/>
            <a:ext cx="10032120" cy="6050520"/>
            <a:chOff x="1562916" y="228328"/>
            <a:chExt cx="10032120" cy="60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6B111C96-6C92-30E2-B158-6846FFB89AA0}"/>
                    </a:ext>
                  </a:extLst>
                </p14:cNvPr>
                <p14:cNvContentPartPr/>
                <p14:nvPr/>
              </p14:nvContentPartPr>
              <p14:xfrm>
                <a:off x="1592076" y="864808"/>
                <a:ext cx="113760" cy="516780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6B111C96-6C92-30E2-B158-6846FFB89A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5956" y="858688"/>
                  <a:ext cx="126000" cy="51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B0550D95-73C6-BB87-2706-EAA33218E250}"/>
                    </a:ext>
                  </a:extLst>
                </p14:cNvPr>
                <p14:cNvContentPartPr/>
                <p14:nvPr/>
              </p14:nvContentPartPr>
              <p14:xfrm>
                <a:off x="1803756" y="689848"/>
                <a:ext cx="9154440" cy="556920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B0550D95-73C6-BB87-2706-EAA33218E2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636" y="683728"/>
                  <a:ext cx="9166680" cy="55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50739BF-E426-342E-A968-6A59AAAA1580}"/>
                    </a:ext>
                  </a:extLst>
                </p14:cNvPr>
                <p14:cNvContentPartPr/>
                <p14:nvPr/>
              </p14:nvContentPartPr>
              <p14:xfrm>
                <a:off x="1655796" y="6067168"/>
                <a:ext cx="9342000" cy="2116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50739BF-E426-342E-A968-6A59AAAA15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9676" y="6061048"/>
                  <a:ext cx="9354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C9ED1BE4-88F4-1E4A-7F20-11D924674C12}"/>
                    </a:ext>
                  </a:extLst>
                </p14:cNvPr>
                <p14:cNvContentPartPr/>
                <p14:nvPr/>
              </p14:nvContentPartPr>
              <p14:xfrm>
                <a:off x="2327916" y="1310488"/>
                <a:ext cx="337320" cy="32292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C9ED1BE4-88F4-1E4A-7F20-11D924674C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21796" y="1304368"/>
                  <a:ext cx="349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730DC0E-AD1F-8606-F640-34A9726E4CF5}"/>
                    </a:ext>
                  </a:extLst>
                </p14:cNvPr>
                <p14:cNvContentPartPr/>
                <p14:nvPr/>
              </p14:nvContentPartPr>
              <p14:xfrm>
                <a:off x="2042796" y="952288"/>
                <a:ext cx="749880" cy="94032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730DC0E-AD1F-8606-F640-34A9726E4C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36676" y="946168"/>
                  <a:ext cx="76212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8698D68-9AF3-37A2-7B0B-0D037D1EBDE6}"/>
                    </a:ext>
                  </a:extLst>
                </p14:cNvPr>
                <p14:cNvContentPartPr/>
                <p14:nvPr/>
              </p14:nvContentPartPr>
              <p14:xfrm>
                <a:off x="2576316" y="1167568"/>
                <a:ext cx="195840" cy="2739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8698D68-9AF3-37A2-7B0B-0D037D1EBD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70196" y="1161448"/>
                  <a:ext cx="208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6422A4EB-702A-0F76-2AB7-247824EA245A}"/>
                    </a:ext>
                  </a:extLst>
                </p14:cNvPr>
                <p14:cNvContentPartPr/>
                <p14:nvPr/>
              </p14:nvContentPartPr>
              <p14:xfrm>
                <a:off x="5146356" y="1111768"/>
                <a:ext cx="56880" cy="5104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6422A4EB-702A-0F76-2AB7-247824EA24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40236" y="1105648"/>
                  <a:ext cx="691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9C4F1220-49A8-BF6E-0AAD-9F97CC23016A}"/>
                    </a:ext>
                  </a:extLst>
                </p14:cNvPr>
                <p14:cNvContentPartPr/>
                <p14:nvPr/>
              </p14:nvContentPartPr>
              <p14:xfrm>
                <a:off x="5202156" y="1124008"/>
                <a:ext cx="516960" cy="5331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9C4F1220-49A8-BF6E-0AAD-9F97CC2301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96036" y="1117888"/>
                  <a:ext cx="5292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05D0965D-24D6-4CAF-E60F-796526C8EDBA}"/>
                    </a:ext>
                  </a:extLst>
                </p14:cNvPr>
                <p14:cNvContentPartPr/>
                <p14:nvPr/>
              </p14:nvContentPartPr>
              <p14:xfrm>
                <a:off x="5282436" y="1688848"/>
                <a:ext cx="590760" cy="43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05D0965D-24D6-4CAF-E60F-796526C8ED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76316" y="1682728"/>
                  <a:ext cx="6030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59467D5-3424-C4B9-8275-B2E4E82E999D}"/>
                    </a:ext>
                  </a:extLst>
                </p14:cNvPr>
                <p14:cNvContentPartPr/>
                <p14:nvPr/>
              </p14:nvContentPartPr>
              <p14:xfrm>
                <a:off x="1562916" y="2538088"/>
                <a:ext cx="5321880" cy="10882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59467D5-3424-C4B9-8275-B2E4E82E99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56796" y="2531968"/>
                  <a:ext cx="533412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47E37B76-F440-A6C0-0598-0B2AE92E7556}"/>
                    </a:ext>
                  </a:extLst>
                </p14:cNvPr>
                <p14:cNvContentPartPr/>
                <p14:nvPr/>
              </p14:nvContentPartPr>
              <p14:xfrm>
                <a:off x="5764116" y="1433248"/>
                <a:ext cx="4370040" cy="10515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47E37B76-F440-A6C0-0598-0B2AE92E75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57996" y="1427128"/>
                  <a:ext cx="438228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9BA9AC9-F3B6-777E-2F59-BBC0DF8814A1}"/>
                    </a:ext>
                  </a:extLst>
                </p14:cNvPr>
                <p14:cNvContentPartPr/>
                <p14:nvPr/>
              </p14:nvContentPartPr>
              <p14:xfrm>
                <a:off x="10268436" y="2137408"/>
                <a:ext cx="360" cy="3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9BA9AC9-F3B6-777E-2F59-BBC0DF8814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62316" y="21312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BEA5B959-A753-8F82-230D-3EDC4A615680}"/>
                    </a:ext>
                  </a:extLst>
                </p14:cNvPr>
                <p14:cNvContentPartPr/>
                <p14:nvPr/>
              </p14:nvContentPartPr>
              <p14:xfrm>
                <a:off x="9798636" y="2112928"/>
                <a:ext cx="1796400" cy="1148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BEA5B959-A753-8F82-230D-3EDC4A6156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92516" y="2106808"/>
                  <a:ext cx="1808640" cy="11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8314879D-453C-BE4C-C9A2-0DF43969C40A}"/>
                    </a:ext>
                  </a:extLst>
                </p14:cNvPr>
                <p14:cNvContentPartPr/>
                <p14:nvPr/>
              </p14:nvContentPartPr>
              <p14:xfrm>
                <a:off x="10304436" y="2463568"/>
                <a:ext cx="63720" cy="29973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8314879D-453C-BE4C-C9A2-0DF43969C4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98316" y="2457448"/>
                  <a:ext cx="75960" cy="30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FE09ABE6-46B5-DFAF-DE89-273313CAB3CA}"/>
                    </a:ext>
                  </a:extLst>
                </p14:cNvPr>
                <p14:cNvContentPartPr/>
                <p14:nvPr/>
              </p14:nvContentPartPr>
              <p14:xfrm>
                <a:off x="10278516" y="2409568"/>
                <a:ext cx="64440" cy="1224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FE09ABE6-46B5-DFAF-DE89-273313CAB3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72396" y="2403448"/>
                  <a:ext cx="76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708B808D-D8DC-062C-07AC-4C083E46AF5C}"/>
                    </a:ext>
                  </a:extLst>
                </p14:cNvPr>
                <p14:cNvContentPartPr/>
                <p14:nvPr/>
              </p14:nvContentPartPr>
              <p14:xfrm>
                <a:off x="10143516" y="2662648"/>
                <a:ext cx="1440" cy="14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708B808D-D8DC-062C-07AC-4C083E46AF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37396" y="2656528"/>
                  <a:ext cx="136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B2F35659-E50B-8529-30DD-810DE5BFDA33}"/>
                    </a:ext>
                  </a:extLst>
                </p14:cNvPr>
                <p14:cNvContentPartPr/>
                <p14:nvPr/>
              </p14:nvContentPartPr>
              <p14:xfrm>
                <a:off x="10016076" y="2786128"/>
                <a:ext cx="24120" cy="298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B2F35659-E50B-8529-30DD-810DE5BFDA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09956" y="2780008"/>
                  <a:ext cx="36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89F45915-A5B9-DAF6-6F2C-CDF543D4B31A}"/>
                    </a:ext>
                  </a:extLst>
                </p14:cNvPr>
                <p14:cNvContentPartPr/>
                <p14:nvPr/>
              </p14:nvContentPartPr>
              <p14:xfrm>
                <a:off x="9823476" y="2984128"/>
                <a:ext cx="6480" cy="115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89F45915-A5B9-DAF6-6F2C-CDF543D4B31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17356" y="2978008"/>
                  <a:ext cx="1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346B1BB8-88D9-20A5-BF13-D4B83D0CDBDD}"/>
                    </a:ext>
                  </a:extLst>
                </p14:cNvPr>
                <p14:cNvContentPartPr/>
                <p14:nvPr/>
              </p14:nvContentPartPr>
              <p14:xfrm>
                <a:off x="9699996" y="3132088"/>
                <a:ext cx="360" cy="14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346B1BB8-88D9-20A5-BF13-D4B83D0CDB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93876" y="312596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F4466AAC-1449-1208-8C0A-B0D1C24BE8EF}"/>
                    </a:ext>
                  </a:extLst>
                </p14:cNvPr>
                <p14:cNvContentPartPr/>
                <p14:nvPr/>
              </p14:nvContentPartPr>
              <p14:xfrm>
                <a:off x="9625836" y="3286888"/>
                <a:ext cx="360" cy="3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F4466AAC-1449-1208-8C0A-B0D1C24BE8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19716" y="32807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C06E455B-5A79-5101-EB70-819D3D128587}"/>
                    </a:ext>
                  </a:extLst>
                </p14:cNvPr>
                <p14:cNvContentPartPr/>
                <p14:nvPr/>
              </p14:nvContentPartPr>
              <p14:xfrm>
                <a:off x="9619716" y="3311368"/>
                <a:ext cx="360" cy="3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C06E455B-5A79-5101-EB70-819D3D128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13596" y="33052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44E4737-9F7F-01D4-C817-4A7B06B6E515}"/>
                    </a:ext>
                  </a:extLst>
                </p14:cNvPr>
                <p14:cNvContentPartPr/>
                <p14:nvPr/>
              </p14:nvContentPartPr>
              <p14:xfrm>
                <a:off x="10290036" y="2582368"/>
                <a:ext cx="237960" cy="1749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44E4737-9F7F-01D4-C817-4A7B06B6E5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83916" y="2576248"/>
                  <a:ext cx="250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179B36C9-3C55-4AAE-4B14-8456B7A1AAFC}"/>
                    </a:ext>
                  </a:extLst>
                </p14:cNvPr>
                <p14:cNvContentPartPr/>
                <p14:nvPr/>
              </p14:nvContentPartPr>
              <p14:xfrm>
                <a:off x="10231356" y="2458888"/>
                <a:ext cx="68040" cy="2854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179B36C9-3C55-4AAE-4B14-8456B7A1AA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5236" y="2452768"/>
                  <a:ext cx="802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4181DB92-F607-BFE8-9C32-88086F8F7728}"/>
                    </a:ext>
                  </a:extLst>
                </p14:cNvPr>
                <p14:cNvContentPartPr/>
                <p14:nvPr/>
              </p14:nvContentPartPr>
              <p14:xfrm>
                <a:off x="10292916" y="2551408"/>
                <a:ext cx="360" cy="3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4181DB92-F607-BFE8-9C32-88086F8F77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86796" y="25452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F62BEF36-2AC8-E638-B34B-3F84E363172D}"/>
                    </a:ext>
                  </a:extLst>
                </p14:cNvPr>
                <p14:cNvContentPartPr/>
                <p14:nvPr/>
              </p14:nvContentPartPr>
              <p14:xfrm>
                <a:off x="10149996" y="2539168"/>
                <a:ext cx="143280" cy="2113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F62BEF36-2AC8-E638-B34B-3F84E363172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143876" y="2533048"/>
                  <a:ext cx="155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5EC6751-C3C5-5D7A-590A-3C3079995910}"/>
                    </a:ext>
                  </a:extLst>
                </p14:cNvPr>
                <p14:cNvContentPartPr/>
                <p14:nvPr/>
              </p14:nvContentPartPr>
              <p14:xfrm>
                <a:off x="9710076" y="2947048"/>
                <a:ext cx="280440" cy="3312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5EC6751-C3C5-5D7A-590A-3C307999591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03956" y="2940928"/>
                  <a:ext cx="292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25DFD1C7-D8A9-CDFE-9BA2-3A46B137512A}"/>
                    </a:ext>
                  </a:extLst>
                </p14:cNvPr>
                <p14:cNvContentPartPr/>
                <p14:nvPr/>
              </p14:nvContentPartPr>
              <p14:xfrm>
                <a:off x="1970796" y="5275168"/>
                <a:ext cx="356400" cy="3153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25DFD1C7-D8A9-CDFE-9BA2-3A46B137512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64676" y="5269048"/>
                  <a:ext cx="368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BF4A46E-6AA1-A96C-4748-021B2BE4F6B6}"/>
                    </a:ext>
                  </a:extLst>
                </p14:cNvPr>
                <p14:cNvContentPartPr/>
                <p14:nvPr/>
              </p14:nvContentPartPr>
              <p14:xfrm>
                <a:off x="2471196" y="1494808"/>
                <a:ext cx="32040" cy="397548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BF4A46E-6AA1-A96C-4748-021B2BE4F6B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65076" y="1488688"/>
                  <a:ext cx="44280" cy="39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A0255928-F47C-A670-D3A7-86D4908FF11F}"/>
                    </a:ext>
                  </a:extLst>
                </p14:cNvPr>
                <p14:cNvContentPartPr/>
                <p14:nvPr/>
              </p14:nvContentPartPr>
              <p14:xfrm>
                <a:off x="2328996" y="5090848"/>
                <a:ext cx="166680" cy="6069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A0255928-F47C-A670-D3A7-86D4908FF11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22876" y="5084728"/>
                  <a:ext cx="17892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C4AAB67A-5CB7-2A8A-365A-182DE9C167F5}"/>
                    </a:ext>
                  </a:extLst>
                </p14:cNvPr>
                <p14:cNvContentPartPr/>
                <p14:nvPr/>
              </p14:nvContentPartPr>
              <p14:xfrm>
                <a:off x="2412156" y="1451608"/>
                <a:ext cx="120960" cy="32472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C4AAB67A-5CB7-2A8A-365A-182DE9C167F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06036" y="1445488"/>
                  <a:ext cx="1332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215B13B-7CE3-D7EB-8C88-D77B973CC593}"/>
                    </a:ext>
                  </a:extLst>
                </p14:cNvPr>
                <p14:cNvContentPartPr/>
                <p14:nvPr/>
              </p14:nvContentPartPr>
              <p14:xfrm>
                <a:off x="2458956" y="1593808"/>
                <a:ext cx="156240" cy="2552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215B13B-7CE3-D7EB-8C88-D77B973CC59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52836" y="1587688"/>
                  <a:ext cx="1684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C6CBC876-0E44-D63B-CB2F-AEA182BF6790}"/>
                    </a:ext>
                  </a:extLst>
                </p14:cNvPr>
                <p14:cNvContentPartPr/>
                <p14:nvPr/>
              </p14:nvContentPartPr>
              <p14:xfrm>
                <a:off x="2549316" y="5028928"/>
                <a:ext cx="286920" cy="4384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C6CBC876-0E44-D63B-CB2F-AEA182BF679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43196" y="5022808"/>
                  <a:ext cx="2991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529A541F-E95D-EAA4-3A79-219C4C641621}"/>
                    </a:ext>
                  </a:extLst>
                </p14:cNvPr>
                <p14:cNvContentPartPr/>
                <p14:nvPr/>
              </p14:nvContentPartPr>
              <p14:xfrm>
                <a:off x="2100396" y="351808"/>
                <a:ext cx="202320" cy="3052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529A541F-E95D-EAA4-3A79-219C4C6416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82756" y="334168"/>
                  <a:ext cx="237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7DFCA2DD-154A-8974-BF87-AA0506F28E6C}"/>
                    </a:ext>
                  </a:extLst>
                </p14:cNvPr>
                <p14:cNvContentPartPr/>
                <p14:nvPr/>
              </p14:nvContentPartPr>
              <p14:xfrm>
                <a:off x="2457516" y="302488"/>
                <a:ext cx="178560" cy="3974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7DFCA2DD-154A-8974-BF87-AA0506F28E6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439516" y="284848"/>
                  <a:ext cx="2142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ECFCF4A0-6D64-9728-2E0C-AC613E9C0D3F}"/>
                    </a:ext>
                  </a:extLst>
                </p14:cNvPr>
                <p14:cNvContentPartPr/>
                <p14:nvPr/>
              </p14:nvContentPartPr>
              <p14:xfrm>
                <a:off x="2553276" y="542248"/>
                <a:ext cx="72720" cy="201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ECFCF4A0-6D64-9728-2E0C-AC613E9C0D3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535276" y="524248"/>
                  <a:ext cx="108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E1DC7D3D-62D0-A41C-2DA1-33802CAF0832}"/>
                    </a:ext>
                  </a:extLst>
                </p14:cNvPr>
                <p14:cNvContentPartPr/>
                <p14:nvPr/>
              </p14:nvContentPartPr>
              <p14:xfrm>
                <a:off x="2681076" y="436768"/>
                <a:ext cx="137880" cy="2404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E1DC7D3D-62D0-A41C-2DA1-33802CAF08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63436" y="419128"/>
                  <a:ext cx="173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1C1E2F4D-87BE-242E-3407-FEC2D1A1FDFE}"/>
                    </a:ext>
                  </a:extLst>
                </p14:cNvPr>
                <p14:cNvContentPartPr/>
                <p14:nvPr/>
              </p14:nvContentPartPr>
              <p14:xfrm>
                <a:off x="2885196" y="306088"/>
                <a:ext cx="167760" cy="1202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1C1E2F4D-87BE-242E-3407-FEC2D1A1FDF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67196" y="288088"/>
                  <a:ext cx="203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BFB8C217-02E3-1098-450E-EF69CE9265EB}"/>
                    </a:ext>
                  </a:extLst>
                </p14:cNvPr>
                <p14:cNvContentPartPr/>
                <p14:nvPr/>
              </p14:nvContentPartPr>
              <p14:xfrm>
                <a:off x="3706716" y="432448"/>
                <a:ext cx="74160" cy="27612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BFB8C217-02E3-1098-450E-EF69CE9265E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89076" y="414448"/>
                  <a:ext cx="1098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4844DD85-B1E6-0953-CA68-91988C675DC2}"/>
                    </a:ext>
                  </a:extLst>
                </p14:cNvPr>
                <p14:cNvContentPartPr/>
                <p14:nvPr/>
              </p14:nvContentPartPr>
              <p14:xfrm>
                <a:off x="4472796" y="228328"/>
                <a:ext cx="353160" cy="4914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4844DD85-B1E6-0953-CA68-91988C675D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55156" y="210328"/>
                  <a:ext cx="3888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5B396292-D18C-67DC-0209-BE1654A6D89A}"/>
                    </a:ext>
                  </a:extLst>
                </p14:cNvPr>
                <p14:cNvContentPartPr/>
                <p14:nvPr/>
              </p14:nvContentPartPr>
              <p14:xfrm>
                <a:off x="4960956" y="284128"/>
                <a:ext cx="232200" cy="2700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5B396292-D18C-67DC-0209-BE1654A6D89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943316" y="266128"/>
                  <a:ext cx="267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1FA91DBA-D2CF-2B5D-0BEE-E8FA4352245D}"/>
                    </a:ext>
                  </a:extLst>
                </p14:cNvPr>
                <p14:cNvContentPartPr/>
                <p14:nvPr/>
              </p14:nvContentPartPr>
              <p14:xfrm>
                <a:off x="5646396" y="308248"/>
                <a:ext cx="81360" cy="3038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1FA91DBA-D2CF-2B5D-0BEE-E8FA4352245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628396" y="290608"/>
                  <a:ext cx="117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899012DB-C8F8-6482-FCD6-CCCAD3E10001}"/>
                    </a:ext>
                  </a:extLst>
                </p14:cNvPr>
                <p14:cNvContentPartPr/>
                <p14:nvPr/>
              </p14:nvContentPartPr>
              <p14:xfrm>
                <a:off x="6777516" y="278008"/>
                <a:ext cx="360" cy="4536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899012DB-C8F8-6482-FCD6-CCCAD3E100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59516" y="260008"/>
                  <a:ext cx="360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AFF252E-6B9D-9261-0860-AA025A4E2EEC}"/>
              </a:ext>
            </a:extLst>
          </p:cNvPr>
          <p:cNvGrpSpPr/>
          <p:nvPr/>
        </p:nvGrpSpPr>
        <p:grpSpPr>
          <a:xfrm>
            <a:off x="8282676" y="207448"/>
            <a:ext cx="1164960" cy="521640"/>
            <a:chOff x="8282676" y="207448"/>
            <a:chExt cx="1164960" cy="52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31AA7267-77EA-C97E-06E1-C2E12C909BE6}"/>
                    </a:ext>
                  </a:extLst>
                </p14:cNvPr>
                <p14:cNvContentPartPr/>
                <p14:nvPr/>
              </p14:nvContentPartPr>
              <p14:xfrm>
                <a:off x="8282676" y="321208"/>
                <a:ext cx="2880" cy="2386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31AA7267-77EA-C97E-06E1-C2E12C909BE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64676" y="303208"/>
                  <a:ext cx="38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C7DED705-068F-6F83-3F16-866A2C3CCE3E}"/>
                    </a:ext>
                  </a:extLst>
                </p14:cNvPr>
                <p14:cNvContentPartPr/>
                <p14:nvPr/>
              </p14:nvContentPartPr>
              <p14:xfrm>
                <a:off x="8562396" y="207448"/>
                <a:ext cx="133920" cy="3132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C7DED705-068F-6F83-3F16-866A2C3CCE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44756" y="189808"/>
                  <a:ext cx="1695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63FBA86E-0CDA-EA70-923F-600286D24E63}"/>
                    </a:ext>
                  </a:extLst>
                </p14:cNvPr>
                <p14:cNvContentPartPr/>
                <p14:nvPr/>
              </p14:nvContentPartPr>
              <p14:xfrm>
                <a:off x="9060636" y="269008"/>
                <a:ext cx="320040" cy="46008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63FBA86E-0CDA-EA70-923F-600286D24E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42996" y="251368"/>
                  <a:ext cx="3556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9180630E-028B-5822-5BE1-551E8CFB2043}"/>
                    </a:ext>
                  </a:extLst>
                </p14:cNvPr>
                <p14:cNvContentPartPr/>
                <p14:nvPr/>
              </p14:nvContentPartPr>
              <p14:xfrm>
                <a:off x="9332436" y="323728"/>
                <a:ext cx="115200" cy="1749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9180630E-028B-5822-5BE1-551E8CFB204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14436" y="306088"/>
                  <a:ext cx="150840" cy="21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008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5BA31DA5-83D0-5427-C98C-FBD8849CEA83}"/>
              </a:ext>
            </a:extLst>
          </p:cNvPr>
          <p:cNvGrpSpPr/>
          <p:nvPr/>
        </p:nvGrpSpPr>
        <p:grpSpPr>
          <a:xfrm>
            <a:off x="216156" y="308608"/>
            <a:ext cx="11351520" cy="5747040"/>
            <a:chOff x="216156" y="308608"/>
            <a:chExt cx="11351520" cy="57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31AD9DDA-EF20-A017-C69C-B1D49DCC0533}"/>
                    </a:ext>
                  </a:extLst>
                </p14:cNvPr>
                <p14:cNvContentPartPr/>
                <p14:nvPr/>
              </p14:nvContentPartPr>
              <p14:xfrm>
                <a:off x="459876" y="315088"/>
                <a:ext cx="565920" cy="88956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31AD9DDA-EF20-A017-C69C-B1D49DCC053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3756" y="308968"/>
                  <a:ext cx="57816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D5195335-37E1-AF2A-042E-961701256CCD}"/>
                    </a:ext>
                  </a:extLst>
                </p14:cNvPr>
                <p14:cNvContentPartPr/>
                <p14:nvPr/>
              </p14:nvContentPartPr>
              <p14:xfrm>
                <a:off x="1043796" y="308608"/>
                <a:ext cx="193680" cy="83952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D5195335-37E1-AF2A-042E-961701256C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7676" y="302488"/>
                  <a:ext cx="20592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6CE8B8D-3FB5-3F8F-E7F9-73FFCC478CB7}"/>
                    </a:ext>
                  </a:extLst>
                </p14:cNvPr>
                <p14:cNvContentPartPr/>
                <p14:nvPr/>
              </p14:nvContentPartPr>
              <p14:xfrm>
                <a:off x="475716" y="1161448"/>
                <a:ext cx="1594800" cy="187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6CE8B8D-3FB5-3F8F-E7F9-73FFCC478C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9596" y="1155328"/>
                  <a:ext cx="1607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18B2C0B7-E3FC-4E51-E366-BA54DFE2685E}"/>
                    </a:ext>
                  </a:extLst>
                </p14:cNvPr>
                <p14:cNvContentPartPr/>
                <p14:nvPr/>
              </p14:nvContentPartPr>
              <p14:xfrm>
                <a:off x="3694476" y="574288"/>
                <a:ext cx="6120" cy="8996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18B2C0B7-E3FC-4E51-E366-BA54DFE268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88356" y="568168"/>
                  <a:ext cx="1836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5384959B-1D44-B5DE-75C8-240897A7EA31}"/>
                    </a:ext>
                  </a:extLst>
                </p14:cNvPr>
                <p14:cNvContentPartPr/>
                <p14:nvPr/>
              </p14:nvContentPartPr>
              <p14:xfrm>
                <a:off x="3682236" y="603088"/>
                <a:ext cx="1232640" cy="10652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5384959B-1D44-B5DE-75C8-240897A7EA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6116" y="596968"/>
                  <a:ext cx="124488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7E4E1311-90C8-1825-D4EC-C7BFD7991294}"/>
                    </a:ext>
                  </a:extLst>
                </p14:cNvPr>
                <p14:cNvContentPartPr/>
                <p14:nvPr/>
              </p14:nvContentPartPr>
              <p14:xfrm>
                <a:off x="3595476" y="1555648"/>
                <a:ext cx="1365480" cy="511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7E4E1311-90C8-1825-D4EC-C7BFD79912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89356" y="1549528"/>
                  <a:ext cx="1377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633CC7B-6733-3210-6E57-C761759F732B}"/>
                    </a:ext>
                  </a:extLst>
                </p14:cNvPr>
                <p14:cNvContentPartPr/>
                <p14:nvPr/>
              </p14:nvContentPartPr>
              <p14:xfrm>
                <a:off x="6530196" y="827728"/>
                <a:ext cx="29520" cy="3409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633CC7B-6733-3210-6E57-C761759F73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24076" y="821608"/>
                  <a:ext cx="41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A87AF1B6-F46C-784F-AAD5-AD7B84477111}"/>
                    </a:ext>
                  </a:extLst>
                </p14:cNvPr>
                <p14:cNvContentPartPr/>
                <p14:nvPr/>
              </p14:nvContentPartPr>
              <p14:xfrm>
                <a:off x="6511836" y="825928"/>
                <a:ext cx="2672640" cy="378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A87AF1B6-F46C-784F-AAD5-AD7B844771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5716" y="819808"/>
                  <a:ext cx="26848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9BF46FEA-569C-7E73-0AFA-40D423BAC9F4}"/>
                    </a:ext>
                  </a:extLst>
                </p14:cNvPr>
                <p14:cNvContentPartPr/>
                <p14:nvPr/>
              </p14:nvContentPartPr>
              <p14:xfrm>
                <a:off x="6332556" y="1216888"/>
                <a:ext cx="3676320" cy="3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9BF46FEA-569C-7E73-0AFA-40D423BAC9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26436" y="1210768"/>
                  <a:ext cx="3688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585589AB-99CE-DF44-3119-1E6C9F3C5E72}"/>
                    </a:ext>
                  </a:extLst>
                </p14:cNvPr>
                <p14:cNvContentPartPr/>
                <p14:nvPr/>
              </p14:nvContentPartPr>
              <p14:xfrm>
                <a:off x="1056396" y="2588488"/>
                <a:ext cx="360" cy="3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585589AB-99CE-DF44-3119-1E6C9F3C5E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276" y="25823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E2AAEE91-92F4-F547-25CD-DD0E2F8FE9AC}"/>
                    </a:ext>
                  </a:extLst>
                </p14:cNvPr>
                <p14:cNvContentPartPr/>
                <p14:nvPr/>
              </p14:nvContentPartPr>
              <p14:xfrm>
                <a:off x="1056396" y="2570128"/>
                <a:ext cx="360" cy="2746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E2AAEE91-92F4-F547-25CD-DD0E2F8FE9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0276" y="2564008"/>
                  <a:ext cx="12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2C02267-2E0C-FA40-87DC-1AA96DF4D6F1}"/>
                    </a:ext>
                  </a:extLst>
                </p14:cNvPr>
                <p14:cNvContentPartPr/>
                <p14:nvPr/>
              </p14:nvContentPartPr>
              <p14:xfrm>
                <a:off x="1056396" y="2390128"/>
                <a:ext cx="652680" cy="691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2C02267-2E0C-FA40-87DC-1AA96DF4D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0276" y="2384008"/>
                  <a:ext cx="664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CD50A84A-6E24-6D6A-F140-AB7D7289256B}"/>
                    </a:ext>
                  </a:extLst>
                </p14:cNvPr>
                <p14:cNvContentPartPr/>
                <p14:nvPr/>
              </p14:nvContentPartPr>
              <p14:xfrm>
                <a:off x="1470396" y="2551408"/>
                <a:ext cx="360" cy="3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CD50A84A-6E24-6D6A-F140-AB7D728925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64276" y="25452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5B02BBD7-4F2C-3653-7F7F-D8A8402D8FED}"/>
                    </a:ext>
                  </a:extLst>
                </p14:cNvPr>
                <p14:cNvContentPartPr/>
                <p14:nvPr/>
              </p14:nvContentPartPr>
              <p14:xfrm>
                <a:off x="1754436" y="2384728"/>
                <a:ext cx="132840" cy="8398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5B02BBD7-4F2C-3653-7F7F-D8A8402D8F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48316" y="2378608"/>
                  <a:ext cx="14508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0FDBBF4-456C-E21E-E2D8-706CBE554AF9}"/>
                    </a:ext>
                  </a:extLst>
                </p14:cNvPr>
                <p14:cNvContentPartPr/>
                <p14:nvPr/>
              </p14:nvContentPartPr>
              <p14:xfrm>
                <a:off x="1056396" y="2780008"/>
                <a:ext cx="861480" cy="8985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0FDBBF4-456C-E21E-E2D8-706CBE554A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0276" y="2773888"/>
                  <a:ext cx="87372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46C726F7-5F07-4430-EB6C-574AC46A8676}"/>
                    </a:ext>
                  </a:extLst>
                </p14:cNvPr>
                <p14:cNvContentPartPr/>
                <p14:nvPr/>
              </p14:nvContentPartPr>
              <p14:xfrm>
                <a:off x="1890516" y="3200128"/>
                <a:ext cx="14040" cy="2491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46C726F7-5F07-4430-EB6C-574AC46A867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84396" y="3194008"/>
                  <a:ext cx="26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D729E68B-FDD6-42DF-11A5-2D833EBE4054}"/>
                    </a:ext>
                  </a:extLst>
                </p14:cNvPr>
                <p14:cNvContentPartPr/>
                <p14:nvPr/>
              </p14:nvContentPartPr>
              <p14:xfrm>
                <a:off x="216156" y="3052888"/>
                <a:ext cx="932400" cy="2282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D729E68B-FDD6-42DF-11A5-2D833EBE40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0036" y="3046768"/>
                  <a:ext cx="944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192964E-0AD3-AD0D-0C4C-3305FBD8D80A}"/>
                    </a:ext>
                  </a:extLst>
                </p14:cNvPr>
                <p14:cNvContentPartPr/>
                <p14:nvPr/>
              </p14:nvContentPartPr>
              <p14:xfrm>
                <a:off x="1111836" y="2979808"/>
                <a:ext cx="358920" cy="788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192964E-0AD3-AD0D-0C4C-3305FBD8D80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05716" y="2973688"/>
                  <a:ext cx="371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70C2BD2-DF8B-34B7-3457-624426D825C4}"/>
                    </a:ext>
                  </a:extLst>
                </p14:cNvPr>
                <p14:cNvContentPartPr/>
                <p14:nvPr/>
              </p14:nvContentPartPr>
              <p14:xfrm>
                <a:off x="1451676" y="2940568"/>
                <a:ext cx="3068640" cy="4446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70C2BD2-DF8B-34B7-3457-624426D825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45556" y="2934448"/>
                  <a:ext cx="30808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6ED7FC3E-FA58-B0BD-6DC3-4ED98112F398}"/>
                    </a:ext>
                  </a:extLst>
                </p14:cNvPr>
                <p14:cNvContentPartPr/>
                <p14:nvPr/>
              </p14:nvContentPartPr>
              <p14:xfrm>
                <a:off x="820236" y="2174488"/>
                <a:ext cx="2090160" cy="6444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6ED7FC3E-FA58-B0BD-6DC3-4ED98112F3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4116" y="2168368"/>
                  <a:ext cx="210240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FF9B44FE-C4F9-7B33-0F29-CAC9369C8E32}"/>
                    </a:ext>
                  </a:extLst>
                </p14:cNvPr>
                <p14:cNvContentPartPr/>
                <p14:nvPr/>
              </p14:nvContentPartPr>
              <p14:xfrm>
                <a:off x="684516" y="2180968"/>
                <a:ext cx="1604160" cy="16376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FF9B44FE-C4F9-7B33-0F29-CAC9369C8E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8396" y="2174848"/>
                  <a:ext cx="1616400" cy="16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963850B2-BD3A-3AB1-A299-ED59485AEFEE}"/>
                    </a:ext>
                  </a:extLst>
                </p14:cNvPr>
                <p14:cNvContentPartPr/>
                <p14:nvPr/>
              </p14:nvContentPartPr>
              <p14:xfrm>
                <a:off x="5350116" y="2495968"/>
                <a:ext cx="52920" cy="6566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963850B2-BD3A-3AB1-A299-ED59485AEFE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43996" y="2489848"/>
                  <a:ext cx="6516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2DAE8937-55FD-3A62-D77C-22802607A753}"/>
                    </a:ext>
                  </a:extLst>
                </p14:cNvPr>
                <p14:cNvContentPartPr/>
                <p14:nvPr/>
              </p14:nvContentPartPr>
              <p14:xfrm>
                <a:off x="5282436" y="2462488"/>
                <a:ext cx="1172880" cy="7088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2DAE8937-55FD-3A62-D77C-22802607A75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76316" y="2456368"/>
                  <a:ext cx="11851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8F15701B-34D5-A3AA-81BD-D79203BF6718}"/>
                    </a:ext>
                  </a:extLst>
                </p14:cNvPr>
                <p14:cNvContentPartPr/>
                <p14:nvPr/>
              </p14:nvContentPartPr>
              <p14:xfrm>
                <a:off x="5418156" y="3169168"/>
                <a:ext cx="925560" cy="190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8F15701B-34D5-A3AA-81BD-D79203BF67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12036" y="3163048"/>
                  <a:ext cx="937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070E2489-7BF5-080F-331F-F2B07A9F2BA9}"/>
                    </a:ext>
                  </a:extLst>
                </p14:cNvPr>
                <p14:cNvContentPartPr/>
                <p14:nvPr/>
              </p14:nvContentPartPr>
              <p14:xfrm>
                <a:off x="4926756" y="2027248"/>
                <a:ext cx="2176200" cy="121608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070E2489-7BF5-080F-331F-F2B07A9F2BA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20636" y="2021128"/>
                  <a:ext cx="2188440" cy="12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883D9A54-97F6-1B63-06CC-BACA1CF05F9C}"/>
                    </a:ext>
                  </a:extLst>
                </p14:cNvPr>
                <p14:cNvContentPartPr/>
                <p14:nvPr/>
              </p14:nvContentPartPr>
              <p14:xfrm>
                <a:off x="4926756" y="2773888"/>
                <a:ext cx="127440" cy="21189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883D9A54-97F6-1B63-06CC-BACA1CF05F9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20636" y="2767768"/>
                  <a:ext cx="139680" cy="21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6D17448-CCD9-1052-5CAD-878942C762D3}"/>
                    </a:ext>
                  </a:extLst>
                </p14:cNvPr>
                <p14:cNvContentPartPr/>
                <p14:nvPr/>
              </p14:nvContentPartPr>
              <p14:xfrm>
                <a:off x="2322876" y="3546088"/>
                <a:ext cx="2641320" cy="14727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6D17448-CCD9-1052-5CAD-878942C762D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6756" y="3539968"/>
                  <a:ext cx="2653560" cy="14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0D58C89B-C535-0A36-D977-49765B073759}"/>
                    </a:ext>
                  </a:extLst>
                </p14:cNvPr>
                <p14:cNvContentPartPr/>
                <p14:nvPr/>
              </p14:nvContentPartPr>
              <p14:xfrm>
                <a:off x="2612676" y="4318648"/>
                <a:ext cx="6791760" cy="17370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0D58C89B-C535-0A36-D977-49765B07375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606556" y="4312528"/>
                  <a:ext cx="6804000" cy="17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9C178D04-010F-A5C1-93B2-D3E06F10ECDC}"/>
                    </a:ext>
                  </a:extLst>
                </p14:cNvPr>
                <p14:cNvContentPartPr/>
                <p14:nvPr/>
              </p14:nvContentPartPr>
              <p14:xfrm>
                <a:off x="5274156" y="4999768"/>
                <a:ext cx="349920" cy="35604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9C178D04-010F-A5C1-93B2-D3E06F10ECD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68036" y="4993648"/>
                  <a:ext cx="3621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C1309188-27C2-BDBA-337E-CD2D98A6F986}"/>
                    </a:ext>
                  </a:extLst>
                </p14:cNvPr>
                <p14:cNvContentPartPr/>
                <p14:nvPr/>
              </p14:nvContentPartPr>
              <p14:xfrm>
                <a:off x="5554236" y="4226128"/>
                <a:ext cx="2877480" cy="100692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C1309188-27C2-BDBA-337E-CD2D98A6F98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48116" y="4220008"/>
                  <a:ext cx="288972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2401AD4E-2AB6-1DCB-355A-89F58D5D5818}"/>
                    </a:ext>
                  </a:extLst>
                </p14:cNvPr>
                <p14:cNvContentPartPr/>
                <p14:nvPr/>
              </p14:nvContentPartPr>
              <p14:xfrm>
                <a:off x="8241636" y="4033888"/>
                <a:ext cx="702720" cy="6836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2401AD4E-2AB6-1DCB-355A-89F58D5D58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35516" y="4027768"/>
                  <a:ext cx="71496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3BC49731-C310-D676-1E51-DA1E35FA1953}"/>
                    </a:ext>
                  </a:extLst>
                </p14:cNvPr>
                <p14:cNvContentPartPr/>
                <p14:nvPr/>
              </p14:nvContentPartPr>
              <p14:xfrm>
                <a:off x="8970996" y="3280408"/>
                <a:ext cx="50400" cy="11764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3BC49731-C310-D676-1E51-DA1E35FA195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64876" y="3274288"/>
                  <a:ext cx="6264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4B4828C-0289-3F9B-05CA-590C482F185F}"/>
                    </a:ext>
                  </a:extLst>
                </p14:cNvPr>
                <p14:cNvContentPartPr/>
                <p14:nvPr/>
              </p14:nvContentPartPr>
              <p14:xfrm>
                <a:off x="9044796" y="3122368"/>
                <a:ext cx="2386800" cy="22978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4B4828C-0289-3F9B-05CA-590C482F18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38676" y="3116248"/>
                  <a:ext cx="2399040" cy="23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58C8063D-68E3-5D14-F380-6A367E5F4C07}"/>
                    </a:ext>
                  </a:extLst>
                </p14:cNvPr>
                <p14:cNvContentPartPr/>
                <p14:nvPr/>
              </p14:nvContentPartPr>
              <p14:xfrm>
                <a:off x="9032556" y="4423408"/>
                <a:ext cx="2535120" cy="9802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58C8063D-68E3-5D14-F380-6A367E5F4C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26436" y="4417288"/>
                  <a:ext cx="2547360" cy="99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547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3D32113-DCB3-AECA-95FD-A0F7F63DFDBB}"/>
                  </a:ext>
                </a:extLst>
              </p14:cNvPr>
              <p14:cNvContentPartPr/>
              <p14:nvPr/>
            </p14:nvContentPartPr>
            <p14:xfrm>
              <a:off x="2032550" y="1377448"/>
              <a:ext cx="4320" cy="1098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3D32113-DCB3-AECA-95FD-A0F7F63DF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6430" y="1371328"/>
                <a:ext cx="1656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A698D953-3344-1387-2FF2-7E38E6EB1788}"/>
              </a:ext>
            </a:extLst>
          </p:cNvPr>
          <p:cNvGrpSpPr/>
          <p:nvPr/>
        </p:nvGrpSpPr>
        <p:grpSpPr>
          <a:xfrm>
            <a:off x="-85524" y="735208"/>
            <a:ext cx="8269394" cy="6214680"/>
            <a:chOff x="-85524" y="735208"/>
            <a:chExt cx="8269394" cy="621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F2A8DDC0-0869-5AF4-33F2-9EF781938EBF}"/>
                    </a:ext>
                  </a:extLst>
                </p14:cNvPr>
                <p14:cNvContentPartPr/>
                <p14:nvPr/>
              </p14:nvContentPartPr>
              <p14:xfrm>
                <a:off x="850836" y="735208"/>
                <a:ext cx="1447560" cy="219456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F2A8DDC0-0869-5AF4-33F2-9EF781938E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4716" y="729088"/>
                  <a:ext cx="1459800" cy="22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5B3D20E5-BFC6-FFBB-906A-6DAF071260BB}"/>
                    </a:ext>
                  </a:extLst>
                </p14:cNvPr>
                <p14:cNvContentPartPr/>
                <p14:nvPr/>
              </p14:nvContentPartPr>
              <p14:xfrm>
                <a:off x="-85524" y="1272688"/>
                <a:ext cx="5856480" cy="1364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5B3D20E5-BFC6-FFBB-906A-6DAF071260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-91644" y="1266568"/>
                  <a:ext cx="5868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F437B9F4-3430-FFFB-35BF-8D7717358FE2}"/>
                    </a:ext>
                  </a:extLst>
                </p14:cNvPr>
                <p14:cNvContentPartPr/>
                <p14:nvPr/>
              </p14:nvContentPartPr>
              <p14:xfrm>
                <a:off x="2038670" y="1433248"/>
                <a:ext cx="360" cy="14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F437B9F4-3430-FFFB-35BF-8D7717358F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2550" y="1427128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A551EDE-C746-68F5-5A8D-15450D41F98F}"/>
                    </a:ext>
                  </a:extLst>
                </p14:cNvPr>
                <p14:cNvContentPartPr/>
                <p14:nvPr/>
              </p14:nvContentPartPr>
              <p14:xfrm>
                <a:off x="2038670" y="1439368"/>
                <a:ext cx="492480" cy="23418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A551EDE-C746-68F5-5A8D-15450D41F9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2550" y="1433248"/>
                  <a:ext cx="504720" cy="23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22428308-1206-67CF-FD41-3624894DB163}"/>
                    </a:ext>
                  </a:extLst>
                </p14:cNvPr>
                <p14:cNvContentPartPr/>
                <p14:nvPr/>
              </p14:nvContentPartPr>
              <p14:xfrm>
                <a:off x="4009670" y="1878208"/>
                <a:ext cx="29520" cy="6177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22428308-1206-67CF-FD41-3624894DB1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03550" y="1872088"/>
                  <a:ext cx="4176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1624F1D-78AE-96AB-2873-E67EA63E1767}"/>
                    </a:ext>
                  </a:extLst>
                </p14:cNvPr>
                <p14:cNvContentPartPr/>
                <p14:nvPr/>
              </p14:nvContentPartPr>
              <p14:xfrm>
                <a:off x="4040630" y="1737448"/>
                <a:ext cx="1535760" cy="116100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51624F1D-78AE-96AB-2873-E67EA63E17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4510" y="1731328"/>
                  <a:ext cx="1548000" cy="11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266F1CF-787C-2876-EF25-4D4B7E734262}"/>
                    </a:ext>
                  </a:extLst>
                </p14:cNvPr>
                <p14:cNvContentPartPr/>
                <p14:nvPr/>
              </p14:nvContentPartPr>
              <p14:xfrm>
                <a:off x="4219550" y="2783968"/>
                <a:ext cx="1602720" cy="766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266F1CF-787C-2876-EF25-4D4B7E7342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13430" y="2777848"/>
                  <a:ext cx="1614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252FA0B5-45A8-D84A-48BA-0CB9E8E43AD3}"/>
                    </a:ext>
                  </a:extLst>
                </p14:cNvPr>
                <p14:cNvContentPartPr/>
                <p14:nvPr/>
              </p14:nvContentPartPr>
              <p14:xfrm>
                <a:off x="4101830" y="2396968"/>
                <a:ext cx="6840" cy="3628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252FA0B5-45A8-D84A-48BA-0CB9E8E43A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5710" y="2390848"/>
                  <a:ext cx="19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FBB1C0E-C82E-0260-E989-3820339D2A4A}"/>
                    </a:ext>
                  </a:extLst>
                </p14:cNvPr>
                <p14:cNvContentPartPr/>
                <p14:nvPr/>
              </p14:nvContentPartPr>
              <p14:xfrm>
                <a:off x="3002390" y="2224168"/>
                <a:ext cx="1527840" cy="259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FBB1C0E-C82E-0260-E989-3820339D2A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96270" y="2218048"/>
                  <a:ext cx="1540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7F38E282-0714-A73F-B933-C6C32CE65A6A}"/>
                    </a:ext>
                  </a:extLst>
                </p14:cNvPr>
                <p14:cNvContentPartPr/>
                <p14:nvPr/>
              </p14:nvContentPartPr>
              <p14:xfrm>
                <a:off x="4077710" y="1697848"/>
                <a:ext cx="1338840" cy="5882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7F38E282-0714-A73F-B933-C6C32CE65A6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71590" y="1691728"/>
                  <a:ext cx="135108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F3006DF-7FCB-9498-4323-B096FFF09722}"/>
                    </a:ext>
                  </a:extLst>
                </p14:cNvPr>
                <p14:cNvContentPartPr/>
                <p14:nvPr/>
              </p14:nvContentPartPr>
              <p14:xfrm>
                <a:off x="4003190" y="2216608"/>
                <a:ext cx="1107360" cy="262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F3006DF-7FCB-9498-4323-B096FFF097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97070" y="2210488"/>
                  <a:ext cx="111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CA9FE3A1-109A-632D-049F-4653B1A490E0}"/>
                    </a:ext>
                  </a:extLst>
                </p14:cNvPr>
                <p14:cNvContentPartPr/>
                <p14:nvPr/>
              </p14:nvContentPartPr>
              <p14:xfrm>
                <a:off x="4707710" y="2230288"/>
                <a:ext cx="815040" cy="198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CA9FE3A1-109A-632D-049F-4653B1A490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1590" y="2224168"/>
                  <a:ext cx="827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562233C-9DEE-B1FF-7C9A-8B09DEB82D6D}"/>
                    </a:ext>
                  </a:extLst>
                </p14:cNvPr>
                <p14:cNvContentPartPr/>
                <p14:nvPr/>
              </p14:nvContentPartPr>
              <p14:xfrm>
                <a:off x="5331590" y="916288"/>
                <a:ext cx="2361600" cy="13449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562233C-9DEE-B1FF-7C9A-8B09DEB82D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25470" y="910168"/>
                  <a:ext cx="2373840" cy="13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EADC558B-5797-6515-122F-E879647266E4}"/>
                    </a:ext>
                  </a:extLst>
                </p14:cNvPr>
                <p14:cNvContentPartPr/>
                <p14:nvPr/>
              </p14:nvContentPartPr>
              <p14:xfrm>
                <a:off x="3064310" y="4157728"/>
                <a:ext cx="317160" cy="3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EADC558B-5797-6515-122F-E879647266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8190" y="4151608"/>
                  <a:ext cx="32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5B6A814-2322-FE8E-480E-3F41B5C3E062}"/>
                    </a:ext>
                  </a:extLst>
                </p14:cNvPr>
                <p14:cNvContentPartPr/>
                <p14:nvPr/>
              </p14:nvContentPartPr>
              <p14:xfrm>
                <a:off x="3008870" y="4367248"/>
                <a:ext cx="550440" cy="198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5B6A814-2322-FE8E-480E-3F41B5C3E0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2750" y="4361128"/>
                  <a:ext cx="56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1BAC118-C3F2-9014-5EBB-324404D71CB1}"/>
                    </a:ext>
                  </a:extLst>
                </p14:cNvPr>
                <p14:cNvContentPartPr/>
                <p14:nvPr/>
              </p14:nvContentPartPr>
              <p14:xfrm>
                <a:off x="3317750" y="1942288"/>
                <a:ext cx="3810240" cy="23025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1BAC118-C3F2-9014-5EBB-324404D71C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11630" y="1936168"/>
                  <a:ext cx="3822480" cy="23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041FC8A-CDD9-A916-96D8-C1C68F95CEED}"/>
                    </a:ext>
                  </a:extLst>
                </p14:cNvPr>
                <p14:cNvContentPartPr/>
                <p14:nvPr/>
              </p14:nvContentPartPr>
              <p14:xfrm>
                <a:off x="3812030" y="4127128"/>
                <a:ext cx="4371840" cy="3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041FC8A-CDD9-A916-96D8-C1C68F95CE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05910" y="4121008"/>
                  <a:ext cx="4384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B549F9FD-E81E-4B81-5FF8-B5C01A10D505}"/>
                    </a:ext>
                  </a:extLst>
                </p14:cNvPr>
                <p14:cNvContentPartPr/>
                <p14:nvPr/>
              </p14:nvContentPartPr>
              <p14:xfrm>
                <a:off x="4077710" y="4219648"/>
                <a:ext cx="3310200" cy="27302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B549F9FD-E81E-4B81-5FF8-B5C01A10D5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71590" y="4213528"/>
                  <a:ext cx="3322440" cy="274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011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986A329A-D7CF-F993-119D-B1067B5613B6}"/>
                  </a:ext>
                </a:extLst>
              </p14:cNvPr>
              <p14:cNvContentPartPr/>
              <p14:nvPr/>
            </p14:nvContentPartPr>
            <p14:xfrm>
              <a:off x="7215996" y="1044088"/>
              <a:ext cx="1032120" cy="14220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986A329A-D7CF-F993-119D-B1067B5613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9876" y="1037968"/>
                <a:ext cx="10443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942B5358-18B7-08C3-8044-F128764256F7}"/>
                  </a:ext>
                </a:extLst>
              </p14:cNvPr>
              <p14:cNvContentPartPr/>
              <p14:nvPr/>
            </p14:nvContentPartPr>
            <p14:xfrm>
              <a:off x="8579316" y="595888"/>
              <a:ext cx="558360" cy="86472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942B5358-18B7-08C3-8044-F128764256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73196" y="589768"/>
                <a:ext cx="570600" cy="87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B6BDC3B0-B82B-41B8-587B-A573C56B0634}"/>
                  </a:ext>
                </a:extLst>
              </p14:cNvPr>
              <p14:cNvContentPartPr/>
              <p14:nvPr/>
            </p14:nvContentPartPr>
            <p14:xfrm>
              <a:off x="1278876" y="3255928"/>
              <a:ext cx="360" cy="3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B6BDC3B0-B82B-41B8-587B-A573C56B06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0876" y="323792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1C0DC729-69DC-8791-52B9-C7378D8B236D}"/>
                  </a:ext>
                </a:extLst>
              </p14:cNvPr>
              <p14:cNvContentPartPr/>
              <p14:nvPr/>
            </p14:nvContentPartPr>
            <p14:xfrm>
              <a:off x="3490716" y="5099488"/>
              <a:ext cx="181440" cy="432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1C0DC729-69DC-8791-52B9-C7378D8B23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2716" y="5081488"/>
                <a:ext cx="217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E44CC17-D3D2-B538-A68A-A3B684F40892}"/>
                  </a:ext>
                </a:extLst>
              </p14:cNvPr>
              <p14:cNvContentPartPr/>
              <p14:nvPr/>
            </p14:nvContentPartPr>
            <p14:xfrm>
              <a:off x="8229396" y="1773088"/>
              <a:ext cx="6480" cy="13572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E44CC17-D3D2-B538-A68A-A3B684F408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23276" y="1766968"/>
                <a:ext cx="187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241382AF-1F32-C93D-C4B3-EE18AF1648F0}"/>
                  </a:ext>
                </a:extLst>
              </p14:cNvPr>
              <p14:cNvContentPartPr/>
              <p14:nvPr/>
            </p14:nvContentPartPr>
            <p14:xfrm>
              <a:off x="8037876" y="1847248"/>
              <a:ext cx="166680" cy="1267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241382AF-1F32-C93D-C4B3-EE18AF1648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31756" y="1841128"/>
                <a:ext cx="1789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ADEBAC00-A031-0095-0D97-30DD229978A3}"/>
                  </a:ext>
                </a:extLst>
              </p14:cNvPr>
              <p14:cNvContentPartPr/>
              <p14:nvPr/>
            </p14:nvContentPartPr>
            <p14:xfrm>
              <a:off x="8321556" y="1816288"/>
              <a:ext cx="81360" cy="14904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ADEBAC00-A031-0095-0D97-30DD229978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15436" y="1810168"/>
                <a:ext cx="936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E475E888-4D3B-216F-CA59-7A4526E05396}"/>
                  </a:ext>
                </a:extLst>
              </p14:cNvPr>
              <p14:cNvContentPartPr/>
              <p14:nvPr/>
            </p14:nvContentPartPr>
            <p14:xfrm>
              <a:off x="7883436" y="1969648"/>
              <a:ext cx="605160" cy="5760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E475E888-4D3B-216F-CA59-7A4526E053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77316" y="1963528"/>
                <a:ext cx="6174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73A7CC50-E1C2-C389-5382-E47644C630BB}"/>
                  </a:ext>
                </a:extLst>
              </p14:cNvPr>
              <p14:cNvContentPartPr/>
              <p14:nvPr/>
            </p14:nvContentPartPr>
            <p14:xfrm>
              <a:off x="8244156" y="1995568"/>
              <a:ext cx="34920" cy="22428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73A7CC50-E1C2-C389-5382-E47644C630B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38036" y="1989448"/>
                <a:ext cx="471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5C88F8C0-0FBF-C70C-92DF-63D7B6FECCC3}"/>
                  </a:ext>
                </a:extLst>
              </p14:cNvPr>
              <p14:cNvContentPartPr/>
              <p14:nvPr/>
            </p14:nvContentPartPr>
            <p14:xfrm>
              <a:off x="8371236" y="2044888"/>
              <a:ext cx="365760" cy="24408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5C88F8C0-0FBF-C70C-92DF-63D7B6FECC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65116" y="2038768"/>
                <a:ext cx="378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2ABA0D5B-A8D3-816E-CC35-804482AEDC2A}"/>
                  </a:ext>
                </a:extLst>
              </p14:cNvPr>
              <p14:cNvContentPartPr/>
              <p14:nvPr/>
            </p14:nvContentPartPr>
            <p14:xfrm>
              <a:off x="8377716" y="790648"/>
              <a:ext cx="37800" cy="77796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2ABA0D5B-A8D3-816E-CC35-804482AEDC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71596" y="784528"/>
                <a:ext cx="500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76859F5-A62F-43D4-3512-7A086A687D5F}"/>
                  </a:ext>
                </a:extLst>
              </p14:cNvPr>
              <p14:cNvContentPartPr/>
              <p14:nvPr/>
            </p14:nvContentPartPr>
            <p14:xfrm>
              <a:off x="8333436" y="747448"/>
              <a:ext cx="1475640" cy="1486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76859F5-A62F-43D4-3512-7A086A687D5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27316" y="741328"/>
                <a:ext cx="14878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4FEB324F-94C9-D64C-DE71-678899055DC8}"/>
                  </a:ext>
                </a:extLst>
              </p14:cNvPr>
              <p14:cNvContentPartPr/>
              <p14:nvPr/>
            </p14:nvContentPartPr>
            <p14:xfrm>
              <a:off x="8266116" y="908008"/>
              <a:ext cx="1397160" cy="5382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4FEB324F-94C9-D64C-DE71-678899055D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59996" y="901888"/>
                <a:ext cx="140940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4456E802-0929-A0B5-FEDA-A8ABCD55D004}"/>
                  </a:ext>
                </a:extLst>
              </p14:cNvPr>
              <p14:cNvContentPartPr/>
              <p14:nvPr/>
            </p14:nvContentPartPr>
            <p14:xfrm>
              <a:off x="7302756" y="1181968"/>
              <a:ext cx="1122480" cy="1526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4456E802-0929-A0B5-FEDA-A8ABCD55D0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96636" y="1175848"/>
                <a:ext cx="11347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7B0A7BC5-67CA-E619-6CDB-2E05FF52F0A5}"/>
                  </a:ext>
                </a:extLst>
              </p14:cNvPr>
              <p14:cNvContentPartPr/>
              <p14:nvPr/>
            </p14:nvContentPartPr>
            <p14:xfrm>
              <a:off x="8291316" y="1008448"/>
              <a:ext cx="131400" cy="792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7B0A7BC5-67CA-E619-6CDB-2E05FF52F0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285196" y="1002328"/>
                <a:ext cx="1436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4EAEE651-0E5F-79A8-6AA5-BCF7040F5A26}"/>
                  </a:ext>
                </a:extLst>
              </p14:cNvPr>
              <p14:cNvContentPartPr/>
              <p14:nvPr/>
            </p14:nvContentPartPr>
            <p14:xfrm>
              <a:off x="9205716" y="1118248"/>
              <a:ext cx="1541520" cy="95976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4EAEE651-0E5F-79A8-6AA5-BCF7040F5A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99596" y="1112128"/>
                <a:ext cx="1553760" cy="9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83009CC3-8B4C-3BFC-A917-58B3D8AAD671}"/>
                  </a:ext>
                </a:extLst>
              </p14:cNvPr>
              <p14:cNvContentPartPr/>
              <p14:nvPr/>
            </p14:nvContentPartPr>
            <p14:xfrm>
              <a:off x="8989356" y="1167568"/>
              <a:ext cx="2147400" cy="105624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83009CC3-8B4C-3BFC-A917-58B3D8AAD67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83236" y="1161448"/>
                <a:ext cx="2159640" cy="10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3CD7B9EC-BA0E-7E1D-B86C-5900312F16C9}"/>
                  </a:ext>
                </a:extLst>
              </p14:cNvPr>
              <p14:cNvContentPartPr/>
              <p14:nvPr/>
            </p14:nvContentPartPr>
            <p14:xfrm>
              <a:off x="8871996" y="1136608"/>
              <a:ext cx="607680" cy="3762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3CD7B9EC-BA0E-7E1D-B86C-5900312F16C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65876" y="1130488"/>
                <a:ext cx="61992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D7113DE2-A0C0-EC6E-4228-5087AB7CC90E}"/>
                  </a:ext>
                </a:extLst>
              </p14:cNvPr>
              <p14:cNvContentPartPr/>
              <p14:nvPr/>
            </p14:nvContentPartPr>
            <p14:xfrm>
              <a:off x="9211836" y="1488688"/>
              <a:ext cx="1204920" cy="27648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D7113DE2-A0C0-EC6E-4228-5087AB7CC9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05716" y="1482568"/>
                <a:ext cx="12171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B9B3EC06-213A-6FA8-924D-35820CE833AF}"/>
                  </a:ext>
                </a:extLst>
              </p14:cNvPr>
              <p14:cNvContentPartPr/>
              <p14:nvPr/>
            </p14:nvContentPartPr>
            <p14:xfrm>
              <a:off x="8105916" y="1599928"/>
              <a:ext cx="292680" cy="94032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B9B3EC06-213A-6FA8-924D-35820CE833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99796" y="1593808"/>
                <a:ext cx="304920" cy="9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7A9F90C5-7FB1-21FB-974F-44464449D414}"/>
                  </a:ext>
                </a:extLst>
              </p14:cNvPr>
              <p14:cNvContentPartPr/>
              <p14:nvPr/>
            </p14:nvContentPartPr>
            <p14:xfrm>
              <a:off x="8328396" y="1742128"/>
              <a:ext cx="271440" cy="92628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7A9F90C5-7FB1-21FB-974F-44464449D41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22276" y="1736008"/>
                <a:ext cx="283680" cy="9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93083044-435B-60AF-F4B0-47E337D2A925}"/>
                  </a:ext>
                </a:extLst>
              </p14:cNvPr>
              <p14:cNvContentPartPr/>
              <p14:nvPr/>
            </p14:nvContentPartPr>
            <p14:xfrm>
              <a:off x="8612436" y="1859488"/>
              <a:ext cx="636840" cy="36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93083044-435B-60AF-F4B0-47E337D2A9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06316" y="1853368"/>
                <a:ext cx="649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53B4F9F2-8E94-C1B1-39D6-F3C8A85E61A7}"/>
                  </a:ext>
                </a:extLst>
              </p14:cNvPr>
              <p14:cNvContentPartPr/>
              <p14:nvPr/>
            </p14:nvContentPartPr>
            <p14:xfrm>
              <a:off x="8716116" y="1729888"/>
              <a:ext cx="372600" cy="8136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53B4F9F2-8E94-C1B1-39D6-F3C8A85E61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09996" y="1723768"/>
                <a:ext cx="384840" cy="82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00D0DF7E-1051-4A3A-78B0-DD80DBAEE947}"/>
                  </a:ext>
                </a:extLst>
              </p14:cNvPr>
              <p14:cNvContentPartPr/>
              <p14:nvPr/>
            </p14:nvContentPartPr>
            <p14:xfrm>
              <a:off x="8933916" y="2248648"/>
              <a:ext cx="49320" cy="20844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00D0DF7E-1051-4A3A-78B0-DD80DBAEE94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27796" y="2242528"/>
                <a:ext cx="615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F850A1DE-FA18-83A6-2587-D08BEDB9EE46}"/>
                  </a:ext>
                </a:extLst>
              </p14:cNvPr>
              <p14:cNvContentPartPr/>
              <p14:nvPr/>
            </p14:nvContentPartPr>
            <p14:xfrm>
              <a:off x="9001596" y="2054608"/>
              <a:ext cx="335520" cy="80388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F850A1DE-FA18-83A6-2587-D08BEDB9EE4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95476" y="2048488"/>
                <a:ext cx="34776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0FDFE698-B7BD-235C-C858-C197FC3809C6}"/>
                  </a:ext>
                </a:extLst>
              </p14:cNvPr>
              <p14:cNvContentPartPr/>
              <p14:nvPr/>
            </p14:nvContentPartPr>
            <p14:xfrm>
              <a:off x="9100596" y="2307688"/>
              <a:ext cx="109080" cy="5256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0FDFE698-B7BD-235C-C858-C197FC3809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94476" y="2301568"/>
                <a:ext cx="1213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212E72E8-1AE1-43B4-73D9-9F63913BC723}"/>
                  </a:ext>
                </a:extLst>
              </p14:cNvPr>
              <p14:cNvContentPartPr/>
              <p14:nvPr/>
            </p14:nvContentPartPr>
            <p14:xfrm>
              <a:off x="9118956" y="2446288"/>
              <a:ext cx="177480" cy="36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212E72E8-1AE1-43B4-73D9-9F63913BC72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12836" y="2440168"/>
                <a:ext cx="189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807FE15C-521D-E578-3CF2-BB14458E95A5}"/>
                  </a:ext>
                </a:extLst>
              </p14:cNvPr>
              <p14:cNvContentPartPr/>
              <p14:nvPr/>
            </p14:nvContentPartPr>
            <p14:xfrm>
              <a:off x="9500196" y="1902688"/>
              <a:ext cx="14760" cy="21096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807FE15C-521D-E578-3CF2-BB14458E95A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94076" y="1896568"/>
                <a:ext cx="270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23594385-69FD-B84D-A357-A617E2D608A4}"/>
                  </a:ext>
                </a:extLst>
              </p14:cNvPr>
              <p14:cNvContentPartPr/>
              <p14:nvPr/>
            </p14:nvContentPartPr>
            <p14:xfrm>
              <a:off x="9409836" y="1994848"/>
              <a:ext cx="317880" cy="44280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23594385-69FD-B84D-A357-A617E2D608A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03716" y="1988728"/>
                <a:ext cx="33012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1CC55D9B-A414-1E85-8673-C418C3B7E12F}"/>
                  </a:ext>
                </a:extLst>
              </p14:cNvPr>
              <p14:cNvContentPartPr/>
              <p14:nvPr/>
            </p14:nvContentPartPr>
            <p14:xfrm>
              <a:off x="9608196" y="2267368"/>
              <a:ext cx="17640" cy="11664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1CC55D9B-A414-1E85-8673-C418C3B7E12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602076" y="2261248"/>
                <a:ext cx="298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F99415E0-675C-17DE-8B92-B9388A591845}"/>
                  </a:ext>
                </a:extLst>
              </p14:cNvPr>
              <p14:cNvContentPartPr/>
              <p14:nvPr/>
            </p14:nvContentPartPr>
            <p14:xfrm>
              <a:off x="9452676" y="2434408"/>
              <a:ext cx="325080" cy="187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F99415E0-675C-17DE-8B92-B9388A59184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46556" y="2428288"/>
                <a:ext cx="337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57625A81-0E4A-3C52-684B-481E905B5E58}"/>
                  </a:ext>
                </a:extLst>
              </p14:cNvPr>
              <p14:cNvContentPartPr/>
              <p14:nvPr/>
            </p14:nvContentPartPr>
            <p14:xfrm>
              <a:off x="9464556" y="2236408"/>
              <a:ext cx="552600" cy="41580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57625A81-0E4A-3C52-684B-481E905B5E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58436" y="2230288"/>
                <a:ext cx="5648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08BADFAB-69E9-C40D-EC58-AE066F421F8B}"/>
                  </a:ext>
                </a:extLst>
              </p14:cNvPr>
              <p14:cNvContentPartPr/>
              <p14:nvPr/>
            </p14:nvContentPartPr>
            <p14:xfrm>
              <a:off x="8748516" y="3027328"/>
              <a:ext cx="19440" cy="18648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08BADFAB-69E9-C40D-EC58-AE066F421F8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30516" y="3009328"/>
                <a:ext cx="550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C9E4E427-0DC7-3834-4FEB-20A764CA8717}"/>
                  </a:ext>
                </a:extLst>
              </p14:cNvPr>
              <p14:cNvContentPartPr/>
              <p14:nvPr/>
            </p14:nvContentPartPr>
            <p14:xfrm>
              <a:off x="8772996" y="2963968"/>
              <a:ext cx="548640" cy="51336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C9E4E427-0DC7-3834-4FEB-20A764CA871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55356" y="2946328"/>
                <a:ext cx="58428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7AA0A41B-C41C-DB8A-2753-1ED626E1C961}"/>
                  </a:ext>
                </a:extLst>
              </p14:cNvPr>
              <p14:cNvContentPartPr/>
              <p14:nvPr/>
            </p14:nvContentPartPr>
            <p14:xfrm>
              <a:off x="8791716" y="3484528"/>
              <a:ext cx="394920" cy="36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7AA0A41B-C41C-DB8A-2753-1ED626E1C9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73716" y="3466528"/>
                <a:ext cx="430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44252FBB-CB5E-BA21-F639-046D25D63708}"/>
                  </a:ext>
                </a:extLst>
              </p14:cNvPr>
              <p14:cNvContentPartPr/>
              <p14:nvPr/>
            </p14:nvContentPartPr>
            <p14:xfrm>
              <a:off x="8804316" y="3045688"/>
              <a:ext cx="564120" cy="37764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44252FBB-CB5E-BA21-F639-046D25D6370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86316" y="3028048"/>
                <a:ext cx="5997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95D6D22E-D89F-324C-C485-00D1C38298FE}"/>
                  </a:ext>
                </a:extLst>
              </p14:cNvPr>
              <p14:cNvContentPartPr/>
              <p14:nvPr/>
            </p14:nvContentPartPr>
            <p14:xfrm>
              <a:off x="8889996" y="2990248"/>
              <a:ext cx="204480" cy="33156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95D6D22E-D89F-324C-C485-00D1C38298F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72356" y="2972248"/>
                <a:ext cx="240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4EECC6ED-6FB5-49A0-6F5C-9CFF5BBEDAE9}"/>
                  </a:ext>
                </a:extLst>
              </p14:cNvPr>
              <p14:cNvContentPartPr/>
              <p14:nvPr/>
            </p14:nvContentPartPr>
            <p14:xfrm>
              <a:off x="9220476" y="3082768"/>
              <a:ext cx="96480" cy="39744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4EECC6ED-6FB5-49A0-6F5C-9CFF5BBEDAE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02836" y="3065128"/>
                <a:ext cx="13212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111AFBC1-D556-C633-E65C-E62AD13524B2}"/>
                  </a:ext>
                </a:extLst>
              </p14:cNvPr>
              <p14:cNvContentPartPr/>
              <p14:nvPr/>
            </p14:nvContentPartPr>
            <p14:xfrm>
              <a:off x="8916636" y="3082768"/>
              <a:ext cx="276840" cy="33444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111AFBC1-D556-C633-E65C-E62AD13524B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898996" y="3065128"/>
                <a:ext cx="3124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110DB5E-427E-27E4-F5BF-1AC9728D6569}"/>
                  </a:ext>
                </a:extLst>
              </p14:cNvPr>
              <p14:cNvContentPartPr/>
              <p14:nvPr/>
            </p14:nvContentPartPr>
            <p14:xfrm>
              <a:off x="4207116" y="537208"/>
              <a:ext cx="50400" cy="10112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110DB5E-427E-27E4-F5BF-1AC9728D656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200996" y="531088"/>
                <a:ext cx="6264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68CE507-52D3-F8C3-B6C0-061A7ABD0775}"/>
                  </a:ext>
                </a:extLst>
              </p14:cNvPr>
              <p14:cNvContentPartPr/>
              <p14:nvPr/>
            </p14:nvContentPartPr>
            <p14:xfrm>
              <a:off x="4231956" y="423808"/>
              <a:ext cx="1872360" cy="10278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68CE507-52D3-F8C3-B6C0-061A7ABD077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25836" y="417688"/>
                <a:ext cx="18846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48BA301-A0D9-6916-B83A-9CC05725232E}"/>
                  </a:ext>
                </a:extLst>
              </p14:cNvPr>
              <p14:cNvContentPartPr/>
              <p14:nvPr/>
            </p14:nvContentPartPr>
            <p14:xfrm>
              <a:off x="4534716" y="1464208"/>
              <a:ext cx="137052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48BA301-A0D9-6916-B83A-9CC05725232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28596" y="1458088"/>
                <a:ext cx="1382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B1BDA0B0-BA50-FDEA-C9EC-52678471CC9C}"/>
                  </a:ext>
                </a:extLst>
              </p14:cNvPr>
              <p14:cNvContentPartPr/>
              <p14:nvPr/>
            </p14:nvContentPartPr>
            <p14:xfrm>
              <a:off x="4103076" y="2063248"/>
              <a:ext cx="839520" cy="1825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B1BDA0B0-BA50-FDEA-C9EC-52678471CC9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096956" y="2057128"/>
                <a:ext cx="8517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654593E-90C5-2B38-DB0B-C708A1C1A481}"/>
                  </a:ext>
                </a:extLst>
              </p14:cNvPr>
              <p14:cNvContentPartPr/>
              <p14:nvPr/>
            </p14:nvContentPartPr>
            <p14:xfrm>
              <a:off x="4479276" y="2069728"/>
              <a:ext cx="481680" cy="11340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654593E-90C5-2B38-DB0B-C708A1C1A48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473156" y="2063608"/>
                <a:ext cx="4939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02DA883-46AA-562A-254C-7A1B394E1DBA}"/>
                  </a:ext>
                </a:extLst>
              </p14:cNvPr>
              <p14:cNvContentPartPr/>
              <p14:nvPr/>
            </p14:nvContentPartPr>
            <p14:xfrm>
              <a:off x="4676916" y="2205448"/>
              <a:ext cx="360" cy="2599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02DA883-46AA-562A-254C-7A1B394E1DB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70796" y="2199328"/>
                <a:ext cx="126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00AB27BF-08E3-2CD0-1BF1-618F7D14456C}"/>
                  </a:ext>
                </a:extLst>
              </p14:cNvPr>
              <p14:cNvContentPartPr/>
              <p14:nvPr/>
            </p14:nvContentPartPr>
            <p14:xfrm>
              <a:off x="4843596" y="2230288"/>
              <a:ext cx="19440" cy="42444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00AB27BF-08E3-2CD0-1BF1-618F7D14456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37476" y="2224168"/>
                <a:ext cx="3168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1F12398F-E5E1-4C03-DAB0-718F07DA5462}"/>
                  </a:ext>
                </a:extLst>
              </p14:cNvPr>
              <p14:cNvContentPartPr/>
              <p14:nvPr/>
            </p14:nvContentPartPr>
            <p14:xfrm>
              <a:off x="4831356" y="3323608"/>
              <a:ext cx="119520" cy="113472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1F12398F-E5E1-4C03-DAB0-718F07DA546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13356" y="3305968"/>
                <a:ext cx="155160" cy="11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6A81D68F-E074-EFFF-0450-AF64383CDFF7}"/>
                  </a:ext>
                </a:extLst>
              </p14:cNvPr>
              <p14:cNvContentPartPr/>
              <p14:nvPr/>
            </p14:nvContentPartPr>
            <p14:xfrm>
              <a:off x="4646316" y="3311368"/>
              <a:ext cx="513720" cy="133452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6A81D68F-E074-EFFF-0450-AF64383CDFF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28316" y="3293728"/>
                <a:ext cx="549360" cy="13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B98985A6-9FB6-16B5-15A9-EDDB5D379F80}"/>
                  </a:ext>
                </a:extLst>
              </p14:cNvPr>
              <p14:cNvContentPartPr/>
              <p14:nvPr/>
            </p14:nvContentPartPr>
            <p14:xfrm>
              <a:off x="5999196" y="3317488"/>
              <a:ext cx="62640" cy="88704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B98985A6-9FB6-16B5-15A9-EDDB5D379F8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981196" y="3299848"/>
                <a:ext cx="98280" cy="9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BF69614C-4FB9-8108-D31A-8B9411F2F6D1}"/>
                  </a:ext>
                </a:extLst>
              </p14:cNvPr>
              <p14:cNvContentPartPr/>
              <p14:nvPr/>
            </p14:nvContentPartPr>
            <p14:xfrm>
              <a:off x="6046356" y="3255928"/>
              <a:ext cx="348840" cy="110664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BF69614C-4FB9-8108-D31A-8B9411F2F6D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028716" y="3237928"/>
                <a:ext cx="384480" cy="11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58BF00FF-20B8-B276-5CA5-929941B32D68}"/>
                  </a:ext>
                </a:extLst>
              </p14:cNvPr>
              <p14:cNvContentPartPr/>
              <p14:nvPr/>
            </p14:nvContentPartPr>
            <p14:xfrm>
              <a:off x="6036276" y="4046488"/>
              <a:ext cx="45360" cy="25380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58BF00FF-20B8-B276-5CA5-929941B32D6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018276" y="4028848"/>
                <a:ext cx="810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0C512F94-4566-E567-BC45-FEF0C0A09604}"/>
                  </a:ext>
                </a:extLst>
              </p14:cNvPr>
              <p14:cNvContentPartPr/>
              <p14:nvPr/>
            </p14:nvContentPartPr>
            <p14:xfrm>
              <a:off x="5931156" y="3197248"/>
              <a:ext cx="522360" cy="10836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0C512F94-4566-E567-BC45-FEF0C0A0960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913156" y="3179248"/>
                <a:ext cx="558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312511B7-1428-AF30-7291-53C3AA8F7B7B}"/>
                  </a:ext>
                </a:extLst>
              </p14:cNvPr>
              <p14:cNvContentPartPr/>
              <p14:nvPr/>
            </p14:nvContentPartPr>
            <p14:xfrm>
              <a:off x="5257596" y="3843808"/>
              <a:ext cx="785880" cy="176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312511B7-1428-AF30-7291-53C3AA8F7B7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39956" y="3826168"/>
                <a:ext cx="8215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3DC479B6-F62A-A7B4-636F-05BB53AF6DF2}"/>
                  </a:ext>
                </a:extLst>
              </p14:cNvPr>
              <p14:cNvContentPartPr/>
              <p14:nvPr/>
            </p14:nvContentPartPr>
            <p14:xfrm>
              <a:off x="5800116" y="3657328"/>
              <a:ext cx="417600" cy="35316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3DC479B6-F62A-A7B4-636F-05BB53AF6DF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82116" y="3639688"/>
                <a:ext cx="4532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EBADAE4A-A329-A290-7E31-2B9BC89BAA74}"/>
                  </a:ext>
                </a:extLst>
              </p14:cNvPr>
              <p14:cNvContentPartPr/>
              <p14:nvPr/>
            </p14:nvContentPartPr>
            <p14:xfrm>
              <a:off x="1376796" y="5103088"/>
              <a:ext cx="2929680" cy="143928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EBADAE4A-A329-A290-7E31-2B9BC89BAA7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359156" y="5085448"/>
                <a:ext cx="2965320" cy="14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99DA87BE-40D3-ABEB-8BF4-DB317619632B}"/>
                  </a:ext>
                </a:extLst>
              </p14:cNvPr>
              <p14:cNvContentPartPr/>
              <p14:nvPr/>
            </p14:nvContentPartPr>
            <p14:xfrm>
              <a:off x="2977716" y="5887888"/>
              <a:ext cx="6840" cy="33372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99DA87BE-40D3-ABEB-8BF4-DB317619632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0076" y="5869888"/>
                <a:ext cx="424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8C6AA688-9CA4-8BD2-B017-C9274221212C}"/>
                  </a:ext>
                </a:extLst>
              </p14:cNvPr>
              <p14:cNvContentPartPr/>
              <p14:nvPr/>
            </p14:nvContentPartPr>
            <p14:xfrm>
              <a:off x="3002556" y="5723008"/>
              <a:ext cx="450720" cy="62640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8C6AA688-9CA4-8BD2-B017-C9274221212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84556" y="5705008"/>
                <a:ext cx="48636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27D20087-4A27-F4BA-1745-B03AD9D59DAD}"/>
                  </a:ext>
                </a:extLst>
              </p14:cNvPr>
              <p14:cNvContentPartPr/>
              <p14:nvPr/>
            </p14:nvContentPartPr>
            <p14:xfrm>
              <a:off x="3039636" y="6283168"/>
              <a:ext cx="554400" cy="612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27D20087-4A27-F4BA-1745-B03AD9D59DA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021636" y="6265528"/>
                <a:ext cx="5900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3BD0CB72-4B2F-DD77-0FE1-357C7FC99130}"/>
                  </a:ext>
                </a:extLst>
              </p14:cNvPr>
              <p14:cNvContentPartPr/>
              <p14:nvPr/>
            </p14:nvContentPartPr>
            <p14:xfrm>
              <a:off x="3082476" y="6289288"/>
              <a:ext cx="309960" cy="46620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3BD0CB72-4B2F-DD77-0FE1-357C7FC9913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064476" y="6271648"/>
                <a:ext cx="34560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CD8101D4-20C0-43D6-9906-F5921AEBB992}"/>
                  </a:ext>
                </a:extLst>
              </p14:cNvPr>
              <p14:cNvContentPartPr/>
              <p14:nvPr/>
            </p14:nvContentPartPr>
            <p14:xfrm>
              <a:off x="2353836" y="6642808"/>
              <a:ext cx="805680" cy="9180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CD8101D4-20C0-43D6-9906-F5921AEBB99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35836" y="6624808"/>
                <a:ext cx="8413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218CAE9D-7993-E8E6-9878-96DAFC7EB3AF}"/>
                  </a:ext>
                </a:extLst>
              </p14:cNvPr>
              <p14:cNvContentPartPr/>
              <p14:nvPr/>
            </p14:nvContentPartPr>
            <p14:xfrm>
              <a:off x="3132156" y="6517528"/>
              <a:ext cx="317520" cy="21564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218CAE9D-7993-E8E6-9878-96DAFC7EB3A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114516" y="6499528"/>
                <a:ext cx="3531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7E9108FD-FCB9-647C-11D8-C3C5AF0F729A}"/>
                  </a:ext>
                </a:extLst>
              </p14:cNvPr>
              <p14:cNvContentPartPr/>
              <p14:nvPr/>
            </p14:nvContentPartPr>
            <p14:xfrm>
              <a:off x="3043236" y="5757928"/>
              <a:ext cx="2880" cy="19980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7E9108FD-FCB9-647C-11D8-C3C5AF0F729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025596" y="5740288"/>
                <a:ext cx="385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9A644B18-D595-4A6F-924B-43052369AC89}"/>
                  </a:ext>
                </a:extLst>
              </p14:cNvPr>
              <p14:cNvContentPartPr/>
              <p14:nvPr/>
            </p14:nvContentPartPr>
            <p14:xfrm>
              <a:off x="722676" y="5579008"/>
              <a:ext cx="3636360" cy="11484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9A644B18-D595-4A6F-924B-43052369AC8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05036" y="5561008"/>
                <a:ext cx="36720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2D6C77B1-7CD5-48F5-AFE5-695602B04AF9}"/>
                  </a:ext>
                </a:extLst>
              </p14:cNvPr>
              <p14:cNvContentPartPr/>
              <p14:nvPr/>
            </p14:nvContentPartPr>
            <p14:xfrm>
              <a:off x="3212436" y="4664608"/>
              <a:ext cx="360" cy="142236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2D6C77B1-7CD5-48F5-AFE5-695602B04AF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194796" y="4646608"/>
                <a:ext cx="36000" cy="14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8C938C06-AFE8-A139-CC55-6CEA8703C944}"/>
                  </a:ext>
                </a:extLst>
              </p14:cNvPr>
              <p14:cNvContentPartPr/>
              <p14:nvPr/>
            </p14:nvContentPartPr>
            <p14:xfrm>
              <a:off x="5199996" y="5341768"/>
              <a:ext cx="306360" cy="77868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8C938C06-AFE8-A139-CC55-6CEA8703C94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182356" y="5324128"/>
                <a:ext cx="342000" cy="8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DF909916-C3FE-D9A6-1A8F-F6D7F5AFD416}"/>
                  </a:ext>
                </a:extLst>
              </p14:cNvPr>
              <p14:cNvContentPartPr/>
              <p14:nvPr/>
            </p14:nvContentPartPr>
            <p14:xfrm>
              <a:off x="4929996" y="5658928"/>
              <a:ext cx="598320" cy="684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DF909916-C3FE-D9A6-1A8F-F6D7F5AFD41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912356" y="5641288"/>
                <a:ext cx="633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1E576DA2-7D79-1D11-1438-45A769F72A7A}"/>
                  </a:ext>
                </a:extLst>
              </p14:cNvPr>
              <p14:cNvContentPartPr/>
              <p14:nvPr/>
            </p14:nvContentPartPr>
            <p14:xfrm>
              <a:off x="5189556" y="5504848"/>
              <a:ext cx="219600" cy="19872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1E576DA2-7D79-1D11-1438-45A769F72A7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171916" y="5486848"/>
                <a:ext cx="2552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6F92ADC7-2CBC-C607-F39D-A1CA9B3AB385}"/>
                  </a:ext>
                </a:extLst>
              </p14:cNvPr>
              <p14:cNvContentPartPr/>
              <p14:nvPr/>
            </p14:nvContentPartPr>
            <p14:xfrm>
              <a:off x="5640636" y="5568208"/>
              <a:ext cx="1499760" cy="71496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6F92ADC7-2CBC-C607-F39D-A1CA9B3AB38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622996" y="5550208"/>
                <a:ext cx="153540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D962C5A7-2EF4-5640-C423-7F62AA223E9D}"/>
                  </a:ext>
                </a:extLst>
              </p14:cNvPr>
              <p14:cNvContentPartPr/>
              <p14:nvPr/>
            </p14:nvContentPartPr>
            <p14:xfrm>
              <a:off x="7240836" y="5226208"/>
              <a:ext cx="380880" cy="133092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D962C5A7-2EF4-5640-C423-7F62AA223E9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222836" y="5208208"/>
                <a:ext cx="416520" cy="13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FC2CE8C8-171A-9B99-8C60-60361DCD98B7}"/>
                  </a:ext>
                </a:extLst>
              </p14:cNvPr>
              <p14:cNvContentPartPr/>
              <p14:nvPr/>
            </p14:nvContentPartPr>
            <p14:xfrm>
              <a:off x="7580676" y="5858728"/>
              <a:ext cx="2842920" cy="3528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FC2CE8C8-171A-9B99-8C60-60361DCD98B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563036" y="5841088"/>
                <a:ext cx="28785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ABD417C4-1FA5-15C3-EE37-96C48AFB388A}"/>
                  </a:ext>
                </a:extLst>
              </p14:cNvPr>
              <p14:cNvContentPartPr/>
              <p14:nvPr/>
            </p14:nvContentPartPr>
            <p14:xfrm>
              <a:off x="5954556" y="4923808"/>
              <a:ext cx="7560" cy="127800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ABD417C4-1FA5-15C3-EE37-96C48AFB388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36916" y="4906168"/>
                <a:ext cx="43200" cy="13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C5DDEC0F-E9C2-0C34-7925-7E5A12662C78}"/>
                  </a:ext>
                </a:extLst>
              </p14:cNvPr>
              <p14:cNvContentPartPr/>
              <p14:nvPr/>
            </p14:nvContentPartPr>
            <p14:xfrm>
              <a:off x="6072996" y="4887088"/>
              <a:ext cx="701640" cy="36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C5DDEC0F-E9C2-0C34-7925-7E5A12662C7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055356" y="4869088"/>
                <a:ext cx="737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803100E6-805A-B959-7694-51005900B378}"/>
                  </a:ext>
                </a:extLst>
              </p14:cNvPr>
              <p14:cNvContentPartPr/>
              <p14:nvPr/>
            </p14:nvContentPartPr>
            <p14:xfrm>
              <a:off x="6857796" y="4887088"/>
              <a:ext cx="81720" cy="181440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803100E6-805A-B959-7694-51005900B37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840156" y="4869088"/>
                <a:ext cx="117360" cy="18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8F40DF71-4B43-EE45-7B1E-8A0E02567B28}"/>
                  </a:ext>
                </a:extLst>
              </p14:cNvPr>
              <p14:cNvContentPartPr/>
              <p14:nvPr/>
            </p14:nvContentPartPr>
            <p14:xfrm>
              <a:off x="6042396" y="6659728"/>
              <a:ext cx="1218600" cy="684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8F40DF71-4B43-EE45-7B1E-8A0E02567B2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024396" y="6642088"/>
                <a:ext cx="1254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8167119C-7FE0-9D57-A24D-91F6D52786A7}"/>
                  </a:ext>
                </a:extLst>
              </p14:cNvPr>
              <p14:cNvContentPartPr/>
              <p14:nvPr/>
            </p14:nvContentPartPr>
            <p14:xfrm>
              <a:off x="6042396" y="6153568"/>
              <a:ext cx="360" cy="54756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8167119C-7FE0-9D57-A24D-91F6D52786A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024396" y="6135568"/>
                <a:ext cx="36000" cy="5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071AF7CD-41BA-1ADC-7F83-D542D6FDB1C1}"/>
                  </a:ext>
                </a:extLst>
              </p14:cNvPr>
              <p14:cNvContentPartPr/>
              <p14:nvPr/>
            </p14:nvContentPartPr>
            <p14:xfrm>
              <a:off x="8921316" y="3941728"/>
              <a:ext cx="68760" cy="29916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071AF7CD-41BA-1ADC-7F83-D542D6FDB1C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903676" y="3923728"/>
                <a:ext cx="1044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E24AA351-2D28-0799-1308-AE526C401842}"/>
                  </a:ext>
                </a:extLst>
              </p14:cNvPr>
              <p14:cNvContentPartPr/>
              <p14:nvPr/>
            </p14:nvContentPartPr>
            <p14:xfrm>
              <a:off x="8781636" y="4268968"/>
              <a:ext cx="323280" cy="26280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E24AA351-2D28-0799-1308-AE526C40184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763636" y="4251328"/>
                <a:ext cx="35892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BBB3F7BC-E9D9-F44D-BBD3-CA6C42664E45}"/>
                  </a:ext>
                </a:extLst>
              </p14:cNvPr>
              <p14:cNvContentPartPr/>
              <p14:nvPr/>
            </p14:nvContentPartPr>
            <p14:xfrm>
              <a:off x="8457996" y="4402528"/>
              <a:ext cx="662400" cy="2880"/>
            </p14:xfrm>
          </p:contentPart>
        </mc:Choice>
        <mc:Fallback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BBB3F7BC-E9D9-F44D-BBD3-CA6C42664E4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440356" y="4384888"/>
                <a:ext cx="698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254FD119-9A1D-81D6-79E8-6CE42A08EAB6}"/>
                  </a:ext>
                </a:extLst>
              </p14:cNvPr>
              <p14:cNvContentPartPr/>
              <p14:nvPr/>
            </p14:nvContentPartPr>
            <p14:xfrm>
              <a:off x="8941476" y="4204528"/>
              <a:ext cx="288720" cy="47484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254FD119-9A1D-81D6-79E8-6CE42A08EAB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923476" y="4186888"/>
                <a:ext cx="32436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945139F3-59EF-3F29-60AD-C7F30944859B}"/>
                  </a:ext>
                </a:extLst>
              </p14:cNvPr>
              <p14:cNvContentPartPr/>
              <p14:nvPr/>
            </p14:nvContentPartPr>
            <p14:xfrm>
              <a:off x="4122516" y="3496408"/>
              <a:ext cx="822600" cy="155160"/>
            </p14:xfrm>
          </p:contentPart>
        </mc:Choice>
        <mc:Fallback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945139F3-59EF-3F29-60AD-C7F30944859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104876" y="3478408"/>
                <a:ext cx="8582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7754CED8-04AC-E240-B7D0-F6407FAA3123}"/>
                  </a:ext>
                </a:extLst>
              </p14:cNvPr>
              <p14:cNvContentPartPr/>
              <p14:nvPr/>
            </p14:nvContentPartPr>
            <p14:xfrm>
              <a:off x="4003356" y="4023808"/>
              <a:ext cx="1087560" cy="4788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7754CED8-04AC-E240-B7D0-F6407FAA312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85716" y="4006168"/>
                <a:ext cx="1123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DE8A2B7A-0B3F-4CDB-516F-3362D733B46F}"/>
                  </a:ext>
                </a:extLst>
              </p14:cNvPr>
              <p14:cNvContentPartPr/>
              <p14:nvPr/>
            </p14:nvContentPartPr>
            <p14:xfrm>
              <a:off x="3842796" y="3638608"/>
              <a:ext cx="1240920" cy="684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DE8A2B7A-0B3F-4CDB-516F-3362D733B46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24796" y="3620968"/>
                <a:ext cx="1276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6B5B3078-F959-6482-7F3B-AEE69C2289D5}"/>
                  </a:ext>
                </a:extLst>
              </p14:cNvPr>
              <p14:cNvContentPartPr/>
              <p14:nvPr/>
            </p14:nvContentPartPr>
            <p14:xfrm>
              <a:off x="4509876" y="3588568"/>
              <a:ext cx="1464480" cy="1980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6B5B3078-F959-6482-7F3B-AEE69C2289D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492236" y="3570928"/>
                <a:ext cx="1500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BF7F9DA4-752D-EC22-7876-18D53D57BE70}"/>
                  </a:ext>
                </a:extLst>
              </p14:cNvPr>
              <p14:cNvContentPartPr/>
              <p14:nvPr/>
            </p14:nvContentPartPr>
            <p14:xfrm>
              <a:off x="5171196" y="3784768"/>
              <a:ext cx="893160" cy="1512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BF7F9DA4-752D-EC22-7876-18D53D57BE7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153196" y="3766768"/>
                <a:ext cx="9288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03473F97-BC67-85DF-4882-7EC3F50B4A3A}"/>
              </a:ext>
            </a:extLst>
          </p:cNvPr>
          <p:cNvGrpSpPr/>
          <p:nvPr/>
        </p:nvGrpSpPr>
        <p:grpSpPr>
          <a:xfrm>
            <a:off x="148116" y="611368"/>
            <a:ext cx="2508840" cy="3854520"/>
            <a:chOff x="148116" y="611368"/>
            <a:chExt cx="2508840" cy="38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0421CA17-40E0-05C8-BD9A-E22E617CB5CE}"/>
                    </a:ext>
                  </a:extLst>
                </p14:cNvPr>
                <p14:cNvContentPartPr/>
                <p14:nvPr/>
              </p14:nvContentPartPr>
              <p14:xfrm>
                <a:off x="1288596" y="3311368"/>
                <a:ext cx="2880" cy="9093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0421CA17-40E0-05C8-BD9A-E22E617CB5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70956" y="3293728"/>
                  <a:ext cx="3852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F05579E-5C9D-C197-110F-6727A3B3E0A4}"/>
                    </a:ext>
                  </a:extLst>
                </p14:cNvPr>
                <p14:cNvContentPartPr/>
                <p14:nvPr/>
              </p14:nvContentPartPr>
              <p14:xfrm>
                <a:off x="1303356" y="3350608"/>
                <a:ext cx="507600" cy="9871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F05579E-5C9D-C197-110F-6727A3B3E0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85716" y="3332968"/>
                  <a:ext cx="54324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45E2480E-C8B9-6924-76CB-55A7B402F241}"/>
                    </a:ext>
                  </a:extLst>
                </p14:cNvPr>
                <p14:cNvContentPartPr/>
                <p14:nvPr/>
              </p14:nvContentPartPr>
              <p14:xfrm>
                <a:off x="1303356" y="4324768"/>
                <a:ext cx="484560" cy="36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45E2480E-C8B9-6924-76CB-55A7B402F2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85716" y="4306768"/>
                  <a:ext cx="520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951EE0D0-0D0C-7314-B681-8520DA359551}"/>
                    </a:ext>
                  </a:extLst>
                </p14:cNvPr>
                <p14:cNvContentPartPr/>
                <p14:nvPr/>
              </p14:nvContentPartPr>
              <p14:xfrm>
                <a:off x="667236" y="3694408"/>
                <a:ext cx="1771920" cy="3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951EE0D0-0D0C-7314-B681-8520DA3595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9236" y="3676768"/>
                  <a:ext cx="1807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3ED12818-4EEE-89B9-0297-9DCCF85A4A85}"/>
                    </a:ext>
                  </a:extLst>
                </p14:cNvPr>
                <p14:cNvContentPartPr/>
                <p14:nvPr/>
              </p14:nvContentPartPr>
              <p14:xfrm>
                <a:off x="759756" y="4312168"/>
                <a:ext cx="33480" cy="14472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3ED12818-4EEE-89B9-0297-9DCCF85A4A8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2116" y="4294528"/>
                  <a:ext cx="69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2FC30B14-6753-EEAA-9B68-AC308E486B59}"/>
                    </a:ext>
                  </a:extLst>
                </p14:cNvPr>
                <p14:cNvContentPartPr/>
                <p14:nvPr/>
              </p14:nvContentPartPr>
              <p14:xfrm>
                <a:off x="827796" y="4243408"/>
                <a:ext cx="269640" cy="21960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2FC30B14-6753-EEAA-9B68-AC308E486B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9796" y="4225768"/>
                  <a:ext cx="305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24023C04-CCF2-A8B9-71A1-79D2274B6E72}"/>
                    </a:ext>
                  </a:extLst>
                </p14:cNvPr>
                <p14:cNvContentPartPr/>
                <p14:nvPr/>
              </p14:nvContentPartPr>
              <p14:xfrm>
                <a:off x="908076" y="4454368"/>
                <a:ext cx="230400" cy="3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24023C04-CCF2-A8B9-71A1-79D2274B6E7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0076" y="4436728"/>
                  <a:ext cx="266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C350ADB0-8978-24AD-BB9C-4C7AEB1DA20A}"/>
                    </a:ext>
                  </a:extLst>
                </p14:cNvPr>
                <p14:cNvContentPartPr/>
                <p14:nvPr/>
              </p14:nvContentPartPr>
              <p14:xfrm>
                <a:off x="915276" y="4361848"/>
                <a:ext cx="54720" cy="10404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C350ADB0-8978-24AD-BB9C-4C7AEB1DA20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7636" y="4343848"/>
                  <a:ext cx="90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19042A9D-888B-D171-19AA-03603ABE8672}"/>
                    </a:ext>
                  </a:extLst>
                </p14:cNvPr>
                <p14:cNvContentPartPr/>
                <p14:nvPr/>
              </p14:nvContentPartPr>
              <p14:xfrm>
                <a:off x="1016796" y="4299928"/>
                <a:ext cx="15120" cy="1353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19042A9D-888B-D171-19AA-03603ABE867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156" y="4282288"/>
                  <a:ext cx="50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B0E5A232-89E3-18BB-49C7-4E0018CEB80E}"/>
                    </a:ext>
                  </a:extLst>
                </p14:cNvPr>
                <p14:cNvContentPartPr/>
                <p14:nvPr/>
              </p14:nvContentPartPr>
              <p14:xfrm>
                <a:off x="1247556" y="611368"/>
                <a:ext cx="927360" cy="124776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B0E5A232-89E3-18BB-49C7-4E0018CEB80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41436" y="605248"/>
                  <a:ext cx="93960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0369368D-B30C-5471-B44B-9CD2462CCE79}"/>
                    </a:ext>
                  </a:extLst>
                </p14:cNvPr>
                <p14:cNvContentPartPr/>
                <p14:nvPr/>
              </p14:nvContentPartPr>
              <p14:xfrm>
                <a:off x="1648596" y="976048"/>
                <a:ext cx="1008360" cy="15098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0369368D-B30C-5471-B44B-9CD2462CCE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42476" y="969928"/>
                  <a:ext cx="1020600" cy="15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9AA1030-7511-6768-AC09-D6F3F7A87FC3}"/>
                    </a:ext>
                  </a:extLst>
                </p14:cNvPr>
                <p14:cNvContentPartPr/>
                <p14:nvPr/>
              </p14:nvContentPartPr>
              <p14:xfrm>
                <a:off x="1722396" y="2032648"/>
                <a:ext cx="136440" cy="3517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9AA1030-7511-6768-AC09-D6F3F7A87FC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16276" y="2026528"/>
                  <a:ext cx="148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C20570A7-9F6A-EFED-0D26-078EAC16CC8B}"/>
                    </a:ext>
                  </a:extLst>
                </p14:cNvPr>
                <p14:cNvContentPartPr/>
                <p14:nvPr/>
              </p14:nvContentPartPr>
              <p14:xfrm>
                <a:off x="1600356" y="2145688"/>
                <a:ext cx="317160" cy="3697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C20570A7-9F6A-EFED-0D26-078EAC16CC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94236" y="2139568"/>
                  <a:ext cx="3294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A3338FBA-DCB2-194D-1D3E-EAEC36A40262}"/>
                    </a:ext>
                  </a:extLst>
                </p14:cNvPr>
                <p14:cNvContentPartPr/>
                <p14:nvPr/>
              </p14:nvContentPartPr>
              <p14:xfrm>
                <a:off x="1643196" y="2341528"/>
                <a:ext cx="979920" cy="2109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A3338FBA-DCB2-194D-1D3E-EAEC36A402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37076" y="2335408"/>
                  <a:ext cx="992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85836C10-AD1B-57CF-D62A-C50C23D36E69}"/>
                    </a:ext>
                  </a:extLst>
                </p14:cNvPr>
                <p14:cNvContentPartPr/>
                <p14:nvPr/>
              </p14:nvContentPartPr>
              <p14:xfrm>
                <a:off x="697836" y="2013928"/>
                <a:ext cx="360" cy="60192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85836C10-AD1B-57CF-D62A-C50C23D36E6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0196" y="1996288"/>
                  <a:ext cx="3600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FA1B6655-561A-E02C-31F7-28FC49B07868}"/>
                    </a:ext>
                  </a:extLst>
                </p14:cNvPr>
                <p14:cNvContentPartPr/>
                <p14:nvPr/>
              </p14:nvContentPartPr>
              <p14:xfrm>
                <a:off x="704316" y="2625568"/>
                <a:ext cx="807480" cy="36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FA1B6655-561A-E02C-31F7-28FC49B078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6316" y="2607928"/>
                  <a:ext cx="843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9154C586-74A8-D815-E1DB-DBD79566B4F6}"/>
                    </a:ext>
                  </a:extLst>
                </p14:cNvPr>
                <p14:cNvContentPartPr/>
                <p14:nvPr/>
              </p14:nvContentPartPr>
              <p14:xfrm>
                <a:off x="1494876" y="1952008"/>
                <a:ext cx="13320" cy="4971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9154C586-74A8-D815-E1DB-DBD79566B4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7236" y="1934368"/>
                  <a:ext cx="4896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C0DB87C7-E9B5-F4DA-E081-98BD5798F304}"/>
                    </a:ext>
                  </a:extLst>
                </p14:cNvPr>
                <p14:cNvContentPartPr/>
                <p14:nvPr/>
              </p14:nvContentPartPr>
              <p14:xfrm>
                <a:off x="1031556" y="2137408"/>
                <a:ext cx="360" cy="25272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C0DB87C7-E9B5-F4DA-E081-98BD5798F30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3916" y="2119768"/>
                  <a:ext cx="36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CAC716D8-652E-0CA7-AB20-FE0C91C73679}"/>
                    </a:ext>
                  </a:extLst>
                </p14:cNvPr>
                <p14:cNvContentPartPr/>
                <p14:nvPr/>
              </p14:nvContentPartPr>
              <p14:xfrm>
                <a:off x="1050276" y="2069728"/>
                <a:ext cx="174960" cy="24156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CAC716D8-652E-0CA7-AB20-FE0C91C7367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2276" y="2051728"/>
                  <a:ext cx="210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57DCEFB5-7B9F-89D1-6BC4-D6ABC99DD5F0}"/>
                    </a:ext>
                  </a:extLst>
                </p14:cNvPr>
                <p14:cNvContentPartPr/>
                <p14:nvPr/>
              </p14:nvContentPartPr>
              <p14:xfrm>
                <a:off x="1093476" y="2316688"/>
                <a:ext cx="139320" cy="36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57DCEFB5-7B9F-89D1-6BC4-D6ABC99DD5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5476" y="2299048"/>
                  <a:ext cx="174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F79B603F-0C36-5714-3F8C-EC13CF9BF998}"/>
                    </a:ext>
                  </a:extLst>
                </p14:cNvPr>
                <p14:cNvContentPartPr/>
                <p14:nvPr/>
              </p14:nvContentPartPr>
              <p14:xfrm>
                <a:off x="573996" y="2322808"/>
                <a:ext cx="193680" cy="37260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F79B603F-0C36-5714-3F8C-EC13CF9BF9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6356" y="2305168"/>
                  <a:ext cx="2293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3F5A7C57-7A39-B092-4DF4-7FB188F6757B}"/>
                    </a:ext>
                  </a:extLst>
                </p14:cNvPr>
                <p14:cNvContentPartPr/>
                <p14:nvPr/>
              </p14:nvContentPartPr>
              <p14:xfrm>
                <a:off x="605316" y="2316688"/>
                <a:ext cx="115560" cy="36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3F5A7C57-7A39-B092-4DF4-7FB188F6757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7316" y="2299048"/>
                  <a:ext cx="151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B2D45C19-45C0-FA8B-0D98-4E799F565EC4}"/>
                    </a:ext>
                  </a:extLst>
                </p14:cNvPr>
                <p14:cNvContentPartPr/>
                <p14:nvPr/>
              </p14:nvContentPartPr>
              <p14:xfrm>
                <a:off x="148116" y="2457088"/>
                <a:ext cx="498240" cy="15048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B2D45C19-45C0-FA8B-0D98-4E799F565E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0116" y="2439088"/>
                  <a:ext cx="533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3EDC6EFC-D338-DFC8-523B-7215589B47C7}"/>
                    </a:ext>
                  </a:extLst>
                </p14:cNvPr>
                <p14:cNvContentPartPr/>
                <p14:nvPr/>
              </p14:nvContentPartPr>
              <p14:xfrm>
                <a:off x="455556" y="2396968"/>
                <a:ext cx="101520" cy="22788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3EDC6EFC-D338-DFC8-523B-7215589B47C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37916" y="2379328"/>
                  <a:ext cx="137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4E8BCE2D-DD55-4507-52EC-3E29B2914899}"/>
                    </a:ext>
                  </a:extLst>
                </p14:cNvPr>
                <p14:cNvContentPartPr/>
                <p14:nvPr/>
              </p14:nvContentPartPr>
              <p14:xfrm>
                <a:off x="969636" y="2711968"/>
                <a:ext cx="6840" cy="28908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4E8BCE2D-DD55-4507-52EC-3E29B291489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1636" y="2694328"/>
                  <a:ext cx="424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08679573-EAB6-59AA-4686-F1B784FC5B2E}"/>
                    </a:ext>
                  </a:extLst>
                </p14:cNvPr>
                <p14:cNvContentPartPr/>
                <p14:nvPr/>
              </p14:nvContentPartPr>
              <p14:xfrm>
                <a:off x="796836" y="2916088"/>
                <a:ext cx="245880" cy="19512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08679573-EAB6-59AA-4686-F1B784FC5B2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78836" y="2898088"/>
                  <a:ext cx="281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547DC6C2-191E-5988-427F-0DBC8B7AC723}"/>
                    </a:ext>
                  </a:extLst>
                </p14:cNvPr>
                <p14:cNvContentPartPr/>
                <p14:nvPr/>
              </p14:nvContentPartPr>
              <p14:xfrm>
                <a:off x="809076" y="3997168"/>
                <a:ext cx="360" cy="8640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547DC6C2-191E-5988-427F-0DBC8B7AC7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1436" y="3979528"/>
                  <a:ext cx="36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1ADB2615-0CBB-F50F-88B7-4A1C8C566CA6}"/>
                    </a:ext>
                  </a:extLst>
                </p14:cNvPr>
                <p14:cNvContentPartPr/>
                <p14:nvPr/>
              </p14:nvContentPartPr>
              <p14:xfrm>
                <a:off x="827796" y="3947848"/>
                <a:ext cx="306720" cy="21384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1ADB2615-0CBB-F50F-88B7-4A1C8C566CA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9796" y="3929848"/>
                  <a:ext cx="342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DDFAB170-992D-E0BF-299E-4B16CC530A39}"/>
                    </a:ext>
                  </a:extLst>
                </p14:cNvPr>
                <p14:cNvContentPartPr/>
                <p14:nvPr/>
              </p14:nvContentPartPr>
              <p14:xfrm>
                <a:off x="870996" y="4170328"/>
                <a:ext cx="203760" cy="36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DDFAB170-992D-E0BF-299E-4B16CC530A3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2996" y="4152328"/>
                  <a:ext cx="239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81587A7D-2321-99C4-0F40-CF101F8E118A}"/>
                    </a:ext>
                  </a:extLst>
                </p14:cNvPr>
                <p14:cNvContentPartPr/>
                <p14:nvPr/>
              </p14:nvContentPartPr>
              <p14:xfrm>
                <a:off x="759756" y="3966208"/>
                <a:ext cx="128520" cy="21168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81587A7D-2321-99C4-0F40-CF101F8E118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2116" y="3948568"/>
                  <a:ext cx="164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E8CEE479-D9FF-7B81-5CCC-46AAC986137D}"/>
                    </a:ext>
                  </a:extLst>
                </p14:cNvPr>
                <p14:cNvContentPartPr/>
                <p14:nvPr/>
              </p14:nvContentPartPr>
              <p14:xfrm>
                <a:off x="1983036" y="3578488"/>
                <a:ext cx="414360" cy="172080"/>
              </p14:xfrm>
            </p:contentPart>
          </mc:Choice>
          <mc:Fallback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E8CEE479-D9FF-7B81-5CCC-46AAC986137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65396" y="3560488"/>
                  <a:ext cx="45000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B76D08FB-51F8-BC00-1A3E-F994E6CC9FE7}"/>
              </a:ext>
            </a:extLst>
          </p:cNvPr>
          <p:cNvGrpSpPr/>
          <p:nvPr/>
        </p:nvGrpSpPr>
        <p:grpSpPr>
          <a:xfrm>
            <a:off x="9897996" y="2908528"/>
            <a:ext cx="1883520" cy="1806120"/>
            <a:chOff x="9897996" y="2908528"/>
            <a:chExt cx="1883520" cy="180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6" name="墨迹 165">
                  <a:extLst>
                    <a:ext uri="{FF2B5EF4-FFF2-40B4-BE49-F238E27FC236}">
                      <a16:creationId xmlns:a16="http://schemas.microsoft.com/office/drawing/2014/main" id="{5DA2A6AA-BA9B-F00F-0B14-904469196638}"/>
                    </a:ext>
                  </a:extLst>
                </p14:cNvPr>
                <p14:cNvContentPartPr/>
                <p14:nvPr/>
              </p14:nvContentPartPr>
              <p14:xfrm>
                <a:off x="10698996" y="3730408"/>
                <a:ext cx="298800" cy="356040"/>
              </p14:xfrm>
            </p:contentPart>
          </mc:Choice>
          <mc:Fallback>
            <p:pic>
              <p:nvPicPr>
                <p:cNvPr id="166" name="墨迹 165">
                  <a:extLst>
                    <a:ext uri="{FF2B5EF4-FFF2-40B4-BE49-F238E27FC236}">
                      <a16:creationId xmlns:a16="http://schemas.microsoft.com/office/drawing/2014/main" id="{5DA2A6AA-BA9B-F00F-0B14-90446919663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80996" y="3712408"/>
                  <a:ext cx="3344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7" name="墨迹 166">
                  <a:extLst>
                    <a:ext uri="{FF2B5EF4-FFF2-40B4-BE49-F238E27FC236}">
                      <a16:creationId xmlns:a16="http://schemas.microsoft.com/office/drawing/2014/main" id="{08B81C83-C197-A2D0-5614-0B526FDD3893}"/>
                    </a:ext>
                  </a:extLst>
                </p14:cNvPr>
                <p14:cNvContentPartPr/>
                <p14:nvPr/>
              </p14:nvContentPartPr>
              <p14:xfrm>
                <a:off x="10577316" y="3608008"/>
                <a:ext cx="113400" cy="65880"/>
              </p14:xfrm>
            </p:contentPart>
          </mc:Choice>
          <mc:Fallback>
            <p:pic>
              <p:nvPicPr>
                <p:cNvPr id="167" name="墨迹 166">
                  <a:extLst>
                    <a:ext uri="{FF2B5EF4-FFF2-40B4-BE49-F238E27FC236}">
                      <a16:creationId xmlns:a16="http://schemas.microsoft.com/office/drawing/2014/main" id="{08B81C83-C197-A2D0-5614-0B526FDD389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559316" y="3590008"/>
                  <a:ext cx="149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8" name="墨迹 167">
                  <a:extLst>
                    <a:ext uri="{FF2B5EF4-FFF2-40B4-BE49-F238E27FC236}">
                      <a16:creationId xmlns:a16="http://schemas.microsoft.com/office/drawing/2014/main" id="{E5B59F18-9C1D-D12C-F48E-53E707930730}"/>
                    </a:ext>
                  </a:extLst>
                </p14:cNvPr>
                <p14:cNvContentPartPr/>
                <p14:nvPr/>
              </p14:nvContentPartPr>
              <p14:xfrm>
                <a:off x="10682076" y="3694408"/>
                <a:ext cx="80280" cy="47880"/>
              </p14:xfrm>
            </p:contentPart>
          </mc:Choice>
          <mc:Fallback>
            <p:pic>
              <p:nvPicPr>
                <p:cNvPr id="168" name="墨迹 167">
                  <a:extLst>
                    <a:ext uri="{FF2B5EF4-FFF2-40B4-BE49-F238E27FC236}">
                      <a16:creationId xmlns:a16="http://schemas.microsoft.com/office/drawing/2014/main" id="{E5B59F18-9C1D-D12C-F48E-53E70793073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664436" y="3676768"/>
                  <a:ext cx="115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A34CEE8B-3DDE-E8E0-FE28-C7B81F262C65}"/>
                    </a:ext>
                  </a:extLst>
                </p14:cNvPr>
                <p14:cNvContentPartPr/>
                <p14:nvPr/>
              </p14:nvContentPartPr>
              <p14:xfrm>
                <a:off x="10379316" y="3632848"/>
                <a:ext cx="201960" cy="32472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A34CEE8B-3DDE-E8E0-FE28-C7B81F262C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61676" y="3614848"/>
                  <a:ext cx="2376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718D7843-F271-A98D-99B0-6E23AED2B9F1}"/>
                    </a:ext>
                  </a:extLst>
                </p14:cNvPr>
                <p14:cNvContentPartPr/>
                <p14:nvPr/>
              </p14:nvContentPartPr>
              <p14:xfrm>
                <a:off x="10293996" y="3608008"/>
                <a:ext cx="303120" cy="10692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718D7843-F271-A98D-99B0-6E23AED2B9F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76356" y="3590008"/>
                  <a:ext cx="338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6C14AB56-8B1E-E52F-161A-4B38E84DF0EF}"/>
                    </a:ext>
                  </a:extLst>
                </p14:cNvPr>
                <p14:cNvContentPartPr/>
                <p14:nvPr/>
              </p14:nvContentPartPr>
              <p14:xfrm>
                <a:off x="10638876" y="3861448"/>
                <a:ext cx="351720" cy="425880"/>
              </p14:xfrm>
            </p:contentPart>
          </mc:Choice>
          <mc:Fallback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6C14AB56-8B1E-E52F-161A-4B38E84DF0E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21236" y="3843448"/>
                  <a:ext cx="3873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3" name="墨迹 172">
                  <a:extLst>
                    <a:ext uri="{FF2B5EF4-FFF2-40B4-BE49-F238E27FC236}">
                      <a16:creationId xmlns:a16="http://schemas.microsoft.com/office/drawing/2014/main" id="{46121187-2010-57F3-ED19-09A99F3470F5}"/>
                    </a:ext>
                  </a:extLst>
                </p14:cNvPr>
                <p14:cNvContentPartPr/>
                <p14:nvPr/>
              </p14:nvContentPartPr>
              <p14:xfrm>
                <a:off x="10912836" y="3903208"/>
                <a:ext cx="637200" cy="182520"/>
              </p14:xfrm>
            </p:contentPart>
          </mc:Choice>
          <mc:Fallback>
            <p:pic>
              <p:nvPicPr>
                <p:cNvPr id="173" name="墨迹 172">
                  <a:extLst>
                    <a:ext uri="{FF2B5EF4-FFF2-40B4-BE49-F238E27FC236}">
                      <a16:creationId xmlns:a16="http://schemas.microsoft.com/office/drawing/2014/main" id="{46121187-2010-57F3-ED19-09A99F3470F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95196" y="3885208"/>
                  <a:ext cx="6728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4" name="墨迹 173">
                  <a:extLst>
                    <a:ext uri="{FF2B5EF4-FFF2-40B4-BE49-F238E27FC236}">
                      <a16:creationId xmlns:a16="http://schemas.microsoft.com/office/drawing/2014/main" id="{A2950AA5-EB12-F823-4A33-3553BDBAD6B8}"/>
                    </a:ext>
                  </a:extLst>
                </p14:cNvPr>
                <p14:cNvContentPartPr/>
                <p14:nvPr/>
              </p14:nvContentPartPr>
              <p14:xfrm>
                <a:off x="10951716" y="3578128"/>
                <a:ext cx="195120" cy="320760"/>
              </p14:xfrm>
            </p:contentPart>
          </mc:Choice>
          <mc:Fallback>
            <p:pic>
              <p:nvPicPr>
                <p:cNvPr id="174" name="墨迹 173">
                  <a:extLst>
                    <a:ext uri="{FF2B5EF4-FFF2-40B4-BE49-F238E27FC236}">
                      <a16:creationId xmlns:a16="http://schemas.microsoft.com/office/drawing/2014/main" id="{A2950AA5-EB12-F823-4A33-3553BDBAD6B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34076" y="3560488"/>
                  <a:ext cx="2307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6B14C5AE-92C5-0D02-EB8F-658D4F06EAAB}"/>
                    </a:ext>
                  </a:extLst>
                </p14:cNvPr>
                <p14:cNvContentPartPr/>
                <p14:nvPr/>
              </p14:nvContentPartPr>
              <p14:xfrm>
                <a:off x="10795836" y="3558688"/>
                <a:ext cx="288360" cy="98316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6B14C5AE-92C5-0D02-EB8F-658D4F06EAA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77836" y="3540688"/>
                  <a:ext cx="324000" cy="10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7C80C2E0-D134-8A19-0A29-2DFD492A48F7}"/>
                    </a:ext>
                  </a:extLst>
                </p14:cNvPr>
                <p14:cNvContentPartPr/>
                <p14:nvPr/>
              </p14:nvContentPartPr>
              <p14:xfrm>
                <a:off x="10799796" y="3194008"/>
                <a:ext cx="360" cy="152064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7C80C2E0-D134-8A19-0A29-2DFD492A48F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81796" y="3176368"/>
                  <a:ext cx="36000" cy="15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9" name="墨迹 178">
                  <a:extLst>
                    <a:ext uri="{FF2B5EF4-FFF2-40B4-BE49-F238E27FC236}">
                      <a16:creationId xmlns:a16="http://schemas.microsoft.com/office/drawing/2014/main" id="{E4F559EB-F269-986F-1FD9-DD20BAD13618}"/>
                    </a:ext>
                  </a:extLst>
                </p14:cNvPr>
                <p14:cNvContentPartPr/>
                <p14:nvPr/>
              </p14:nvContentPartPr>
              <p14:xfrm>
                <a:off x="9897996" y="2908528"/>
                <a:ext cx="1883520" cy="1731960"/>
              </p14:xfrm>
            </p:contentPart>
          </mc:Choice>
          <mc:Fallback>
            <p:pic>
              <p:nvPicPr>
                <p:cNvPr id="179" name="墨迹 178">
                  <a:extLst>
                    <a:ext uri="{FF2B5EF4-FFF2-40B4-BE49-F238E27FC236}">
                      <a16:creationId xmlns:a16="http://schemas.microsoft.com/office/drawing/2014/main" id="{E4F559EB-F269-986F-1FD9-DD20BAD136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80356" y="2890528"/>
                  <a:ext cx="1919160" cy="176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583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91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kazy0101@outlook.com</dc:creator>
  <cp:lastModifiedBy>kazy0101@outlook.com</cp:lastModifiedBy>
  <cp:revision>1</cp:revision>
  <dcterms:created xsi:type="dcterms:W3CDTF">2026-10-15T14:12:21Z</dcterms:created>
  <dcterms:modified xsi:type="dcterms:W3CDTF">2026-10-15T14:12:26Z</dcterms:modified>
</cp:coreProperties>
</file>